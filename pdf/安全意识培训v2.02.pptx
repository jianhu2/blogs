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media/image1.jpeg" ContentType="image/jpeg"/>
  <Override PartName="/ppt/theme/theme2.xml" ContentType="application/vnd.openxmlformats-officedocument.theme+xml"/>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mbria"/>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mbria"/>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mbria"/>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mbria"/>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mbria"/>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mbria"/>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mbria"/>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mbria"/>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mbria"/>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85" name="Shape 185"/>
          <p:cNvSpPr/>
          <p:nvPr>
            <p:ph type="sldImg"/>
          </p:nvPr>
        </p:nvSpPr>
        <p:spPr>
          <a:xfrm>
            <a:off x="1143000" y="685800"/>
            <a:ext cx="4572000" cy="3429000"/>
          </a:xfrm>
          <a:prstGeom prst="rect">
            <a:avLst/>
          </a:prstGeom>
        </p:spPr>
        <p:txBody>
          <a:bodyPr/>
          <a:lstStyle/>
          <a:p>
            <a:pPr/>
          </a:p>
        </p:txBody>
      </p:sp>
      <p:sp>
        <p:nvSpPr>
          <p:cNvPr id="186" name="Shape 186"/>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mbria"/>
      </a:defRPr>
    </a:lvl1pPr>
    <a:lvl2pPr indent="228600" latinLnBrk="0">
      <a:defRPr sz="1200">
        <a:latin typeface="+mn-lt"/>
        <a:ea typeface="+mn-ea"/>
        <a:cs typeface="+mn-cs"/>
        <a:sym typeface="Cambria"/>
      </a:defRPr>
    </a:lvl2pPr>
    <a:lvl3pPr indent="457200" latinLnBrk="0">
      <a:defRPr sz="1200">
        <a:latin typeface="+mn-lt"/>
        <a:ea typeface="+mn-ea"/>
        <a:cs typeface="+mn-cs"/>
        <a:sym typeface="Cambria"/>
      </a:defRPr>
    </a:lvl3pPr>
    <a:lvl4pPr indent="685800" latinLnBrk="0">
      <a:defRPr sz="1200">
        <a:latin typeface="+mn-lt"/>
        <a:ea typeface="+mn-ea"/>
        <a:cs typeface="+mn-cs"/>
        <a:sym typeface="Cambria"/>
      </a:defRPr>
    </a:lvl4pPr>
    <a:lvl5pPr indent="914400" latinLnBrk="0">
      <a:defRPr sz="1200">
        <a:latin typeface="+mn-lt"/>
        <a:ea typeface="+mn-ea"/>
        <a:cs typeface="+mn-cs"/>
        <a:sym typeface="Cambria"/>
      </a:defRPr>
    </a:lvl5pPr>
    <a:lvl6pPr indent="1143000" latinLnBrk="0">
      <a:defRPr sz="1200">
        <a:latin typeface="+mn-lt"/>
        <a:ea typeface="+mn-ea"/>
        <a:cs typeface="+mn-cs"/>
        <a:sym typeface="Cambria"/>
      </a:defRPr>
    </a:lvl6pPr>
    <a:lvl7pPr indent="1371600" latinLnBrk="0">
      <a:defRPr sz="1200">
        <a:latin typeface="+mn-lt"/>
        <a:ea typeface="+mn-ea"/>
        <a:cs typeface="+mn-cs"/>
        <a:sym typeface="Cambria"/>
      </a:defRPr>
    </a:lvl7pPr>
    <a:lvl8pPr indent="1600200" latinLnBrk="0">
      <a:defRPr sz="1200">
        <a:latin typeface="+mn-lt"/>
        <a:ea typeface="+mn-ea"/>
        <a:cs typeface="+mn-cs"/>
        <a:sym typeface="Cambria"/>
      </a:defRPr>
    </a:lvl8pPr>
    <a:lvl9pPr indent="1828800" latinLnBrk="0">
      <a:defRPr sz="1200">
        <a:latin typeface="+mn-lt"/>
        <a:ea typeface="+mn-ea"/>
        <a:cs typeface="+mn-cs"/>
        <a:sym typeface="Cambria"/>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1.png"/></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幻灯片">
    <p:spTree>
      <p:nvGrpSpPr>
        <p:cNvPr id="1" name=""/>
        <p:cNvGrpSpPr/>
        <p:nvPr/>
      </p:nvGrpSpPr>
      <p:grpSpPr>
        <a:xfrm>
          <a:off x="0" y="0"/>
          <a:ext cx="0" cy="0"/>
          <a:chOff x="0" y="0"/>
          <a:chExt cx="0" cy="0"/>
        </a:xfrm>
      </p:grpSpPr>
      <p:pic>
        <p:nvPicPr>
          <p:cNvPr id="11" name="图片 5" descr="图片 5"/>
          <p:cNvPicPr>
            <a:picLocks noChangeAspect="1"/>
          </p:cNvPicPr>
          <p:nvPr/>
        </p:nvPicPr>
        <p:blipFill>
          <a:blip r:embed="rId2">
            <a:extLst/>
          </a:blip>
          <a:stretch>
            <a:fillRect/>
          </a:stretch>
        </p:blipFill>
        <p:spPr>
          <a:xfrm>
            <a:off x="699" y="0"/>
            <a:ext cx="12190601" cy="6858000"/>
          </a:xfrm>
          <a:prstGeom prst="rect">
            <a:avLst/>
          </a:prstGeom>
          <a:ln w="12700">
            <a:miter lim="400000"/>
          </a:ln>
        </p:spPr>
      </p:pic>
      <p:sp>
        <p:nvSpPr>
          <p:cNvPr id="12" name="正文级别 1…"/>
          <p:cNvSpPr txBox="1"/>
          <p:nvPr>
            <p:ph type="body" sz="quarter" idx="1" hasCustomPrompt="1"/>
          </p:nvPr>
        </p:nvSpPr>
        <p:spPr>
          <a:xfrm>
            <a:off x="3505200" y="6161990"/>
            <a:ext cx="5181600" cy="306515"/>
          </a:xfrm>
          <a:prstGeom prst="rect">
            <a:avLst/>
          </a:prstGeom>
        </p:spPr>
        <p:txBody>
          <a:bodyPr>
            <a:normAutofit fontScale="100000" lnSpcReduction="0"/>
          </a:bodyPr>
          <a:lstStyle>
            <a:lvl1pPr marL="0" indent="0" algn="ctr">
              <a:buSzTx/>
              <a:buFontTx/>
              <a:buNone/>
              <a:defRPr sz="1800">
                <a:solidFill>
                  <a:srgbClr val="404040"/>
                </a:solidFill>
                <a:latin typeface="Microsoft YaHei"/>
                <a:ea typeface="Microsoft YaHei"/>
                <a:cs typeface="Microsoft YaHei"/>
                <a:sym typeface="Microsoft YaHei"/>
              </a:defRPr>
            </a:lvl1pPr>
            <a:lvl2pPr marL="628650" indent="-171450" algn="ctr">
              <a:buFontTx/>
              <a:defRPr sz="1800">
                <a:solidFill>
                  <a:srgbClr val="404040"/>
                </a:solidFill>
                <a:latin typeface="Microsoft YaHei"/>
                <a:ea typeface="Microsoft YaHei"/>
                <a:cs typeface="Microsoft YaHei"/>
                <a:sym typeface="Microsoft YaHei"/>
              </a:defRPr>
            </a:lvl2pPr>
            <a:lvl3pPr marL="1120139" indent="-205739" algn="ctr">
              <a:buFontTx/>
              <a:defRPr sz="1800">
                <a:solidFill>
                  <a:srgbClr val="404040"/>
                </a:solidFill>
                <a:latin typeface="Microsoft YaHei"/>
                <a:ea typeface="Microsoft YaHei"/>
                <a:cs typeface="Microsoft YaHei"/>
                <a:sym typeface="Microsoft YaHei"/>
              </a:defRPr>
            </a:lvl3pPr>
            <a:lvl4pPr marL="1600200" indent="-228600" algn="ctr">
              <a:buFontTx/>
              <a:defRPr sz="1800">
                <a:solidFill>
                  <a:srgbClr val="404040"/>
                </a:solidFill>
                <a:latin typeface="Microsoft YaHei"/>
                <a:ea typeface="Microsoft YaHei"/>
                <a:cs typeface="Microsoft YaHei"/>
                <a:sym typeface="Microsoft YaHei"/>
              </a:defRPr>
            </a:lvl4pPr>
            <a:lvl5pPr marL="2057400" indent="-228600" algn="ctr">
              <a:buFontTx/>
              <a:defRPr sz="1800">
                <a:solidFill>
                  <a:srgbClr val="404040"/>
                </a:solidFill>
                <a:latin typeface="Microsoft YaHei"/>
                <a:ea typeface="Microsoft YaHei"/>
                <a:cs typeface="Microsoft YaHei"/>
                <a:sym typeface="Microsoft YaHei"/>
              </a:defRPr>
            </a:lvl5pPr>
          </a:lstStyle>
          <a:p>
            <a:pPr/>
            <a:r>
              <a:t>2020-01-02</a:t>
            </a:r>
          </a:p>
          <a:p>
            <a:pPr lvl="1"/>
            <a:r>
              <a:t/>
            </a:r>
          </a:p>
          <a:p>
            <a:pPr lvl="2"/>
            <a:r>
              <a:t/>
            </a:r>
          </a:p>
          <a:p>
            <a:pPr lvl="3"/>
            <a:r>
              <a:t/>
            </a:r>
          </a:p>
          <a:p>
            <a:pPr lvl="4"/>
            <a:r>
              <a:t/>
            </a:r>
          </a:p>
        </p:txBody>
      </p:sp>
      <p:sp>
        <p:nvSpPr>
          <p:cNvPr id="13" name="点击编辑主标题"/>
          <p:cNvSpPr txBox="1"/>
          <p:nvPr>
            <p:ph type="title" hasCustomPrompt="1"/>
          </p:nvPr>
        </p:nvSpPr>
        <p:spPr>
          <a:xfrm>
            <a:off x="838200" y="2404279"/>
            <a:ext cx="10515600" cy="1127047"/>
          </a:xfrm>
          <a:prstGeom prst="rect">
            <a:avLst/>
          </a:prstGeom>
        </p:spPr>
        <p:txBody>
          <a:bodyPr anchor="t">
            <a:normAutofit fontScale="100000" lnSpcReduction="0"/>
          </a:bodyPr>
          <a:lstStyle>
            <a:lvl1pPr algn="ctr">
              <a:defRPr b="1" spc="300" sz="6600">
                <a:solidFill>
                  <a:srgbClr val="FFFFFF"/>
                </a:solidFill>
                <a:latin typeface="Microsoft YaHei"/>
                <a:ea typeface="Microsoft YaHei"/>
                <a:cs typeface="Microsoft YaHei"/>
                <a:sym typeface="Microsoft YaHei"/>
              </a:defRPr>
            </a:lvl1pPr>
          </a:lstStyle>
          <a:p>
            <a:pPr/>
            <a:r>
              <a:t>点击编辑主标题</a:t>
            </a:r>
          </a:p>
        </p:txBody>
      </p:sp>
      <p:sp>
        <p:nvSpPr>
          <p:cNvPr id="14" name="文本占位符 2"/>
          <p:cNvSpPr/>
          <p:nvPr>
            <p:ph type="body" sz="quarter" idx="21" hasCustomPrompt="1"/>
          </p:nvPr>
        </p:nvSpPr>
        <p:spPr>
          <a:xfrm>
            <a:off x="2368820" y="3751105"/>
            <a:ext cx="7454360" cy="462790"/>
          </a:xfrm>
          <a:prstGeom prst="rect">
            <a:avLst/>
          </a:prstGeom>
        </p:spPr>
        <p:txBody>
          <a:bodyPr anchor="b">
            <a:normAutofit fontScale="100000" lnSpcReduction="0"/>
          </a:bodyPr>
          <a:lstStyle>
            <a:lvl1pPr marL="0" indent="0" algn="ctr" defTabSz="685800">
              <a:spcBef>
                <a:spcPts val="700"/>
              </a:spcBef>
              <a:buSzTx/>
              <a:buFontTx/>
              <a:buNone/>
              <a:defRPr sz="2100">
                <a:solidFill>
                  <a:srgbClr val="FFFFFF"/>
                </a:solidFill>
                <a:latin typeface="Microsoft YaHei"/>
                <a:ea typeface="Microsoft YaHei"/>
                <a:cs typeface="Microsoft YaHei"/>
                <a:sym typeface="Microsoft YaHei"/>
              </a:defRPr>
            </a:lvl1pPr>
          </a:lstStyle>
          <a:p>
            <a:pPr/>
            <a:r>
              <a:t>点击编辑副标题</a:t>
            </a:r>
          </a:p>
        </p:txBody>
      </p:sp>
      <p:pic>
        <p:nvPicPr>
          <p:cNvPr id="15" name="图片 9" descr="图片 9"/>
          <p:cNvPicPr>
            <a:picLocks noChangeAspect="1"/>
          </p:cNvPicPr>
          <p:nvPr/>
        </p:nvPicPr>
        <p:blipFill>
          <a:blip r:embed="rId3">
            <a:extLst/>
          </a:blip>
          <a:stretch>
            <a:fillRect/>
          </a:stretch>
        </p:blipFill>
        <p:spPr>
          <a:xfrm>
            <a:off x="4757739" y="509364"/>
            <a:ext cx="2733676" cy="1528894"/>
          </a:xfrm>
          <a:prstGeom prst="rect">
            <a:avLst/>
          </a:prstGeom>
          <a:ln w="12700">
            <a:miter lim="400000"/>
          </a:ln>
        </p:spPr>
      </p:pic>
      <p:sp>
        <p:nvSpPr>
          <p:cNvPr id="16"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标题和内容">
    <p:bg>
      <p:bgPr>
        <a:solidFill>
          <a:srgbClr val="252631"/>
        </a:solidFill>
      </p:bgPr>
    </p:bg>
    <p:spTree>
      <p:nvGrpSpPr>
        <p:cNvPr id="1" name=""/>
        <p:cNvGrpSpPr/>
        <p:nvPr/>
      </p:nvGrpSpPr>
      <p:grpSpPr>
        <a:xfrm>
          <a:off x="0" y="0"/>
          <a:ext cx="0" cy="0"/>
          <a:chOff x="0" y="0"/>
          <a:chExt cx="0" cy="0"/>
        </a:xfrm>
      </p:grpSpPr>
      <p:pic>
        <p:nvPicPr>
          <p:cNvPr id="23" name="图片 4" descr="图片 4"/>
          <p:cNvPicPr>
            <a:picLocks noChangeAspect="1"/>
          </p:cNvPicPr>
          <p:nvPr/>
        </p:nvPicPr>
        <p:blipFill>
          <a:blip r:embed="rId2">
            <a:extLst/>
          </a:blip>
          <a:stretch>
            <a:fillRect/>
          </a:stretch>
        </p:blipFill>
        <p:spPr>
          <a:xfrm>
            <a:off x="0" y="0"/>
            <a:ext cx="4838700" cy="6858000"/>
          </a:xfrm>
          <a:prstGeom prst="rect">
            <a:avLst/>
          </a:prstGeom>
          <a:ln w="12700">
            <a:miter lim="400000"/>
          </a:ln>
        </p:spPr>
      </p:pic>
      <p:sp>
        <p:nvSpPr>
          <p:cNvPr id="24" name="正文级别 1…"/>
          <p:cNvSpPr txBox="1"/>
          <p:nvPr>
            <p:ph type="body" sz="quarter" idx="1" hasCustomPrompt="1"/>
          </p:nvPr>
        </p:nvSpPr>
        <p:spPr>
          <a:xfrm>
            <a:off x="4190189" y="3535333"/>
            <a:ext cx="6312138" cy="648193"/>
          </a:xfrm>
          <a:prstGeom prst="rect">
            <a:avLst/>
          </a:prstGeom>
        </p:spPr>
        <p:txBody>
          <a:bodyPr>
            <a:normAutofit fontScale="100000" lnSpcReduction="0"/>
          </a:bodyPr>
          <a:lstStyle>
            <a:lvl1pPr marL="0" indent="0">
              <a:buSzTx/>
              <a:buFontTx/>
              <a:buNone/>
              <a:defRPr sz="2600">
                <a:solidFill>
                  <a:srgbClr val="FFFFFF"/>
                </a:solidFill>
                <a:latin typeface="Microsoft YaHei"/>
                <a:ea typeface="Microsoft YaHei"/>
                <a:cs typeface="Microsoft YaHei"/>
                <a:sym typeface="Microsoft YaHei"/>
              </a:defRPr>
            </a:lvl1pPr>
            <a:lvl2pPr marL="0" indent="457290">
              <a:buSzTx/>
              <a:buFontTx/>
              <a:buNone/>
              <a:defRPr sz="2600">
                <a:solidFill>
                  <a:srgbClr val="FFFFFF"/>
                </a:solidFill>
                <a:latin typeface="Microsoft YaHei"/>
                <a:ea typeface="Microsoft YaHei"/>
                <a:cs typeface="Microsoft YaHei"/>
                <a:sym typeface="Microsoft YaHei"/>
              </a:defRPr>
            </a:lvl2pPr>
            <a:lvl3pPr marL="0" indent="914583">
              <a:buSzTx/>
              <a:buFontTx/>
              <a:buNone/>
              <a:defRPr sz="2600">
                <a:solidFill>
                  <a:srgbClr val="FFFFFF"/>
                </a:solidFill>
                <a:latin typeface="Microsoft YaHei"/>
                <a:ea typeface="Microsoft YaHei"/>
                <a:cs typeface="Microsoft YaHei"/>
                <a:sym typeface="Microsoft YaHei"/>
              </a:defRPr>
            </a:lvl3pPr>
            <a:lvl4pPr marL="0" indent="1371874">
              <a:buSzTx/>
              <a:buFontTx/>
              <a:buNone/>
              <a:defRPr sz="2600">
                <a:solidFill>
                  <a:srgbClr val="FFFFFF"/>
                </a:solidFill>
                <a:latin typeface="Microsoft YaHei"/>
                <a:ea typeface="Microsoft YaHei"/>
                <a:cs typeface="Microsoft YaHei"/>
                <a:sym typeface="Microsoft YaHei"/>
              </a:defRPr>
            </a:lvl4pPr>
            <a:lvl5pPr marL="0" indent="1829166">
              <a:buSzTx/>
              <a:buFontTx/>
              <a:buNone/>
              <a:defRPr sz="2600">
                <a:solidFill>
                  <a:srgbClr val="FFFFFF"/>
                </a:solidFill>
                <a:latin typeface="Microsoft YaHei"/>
                <a:ea typeface="Microsoft YaHei"/>
                <a:cs typeface="Microsoft YaHei"/>
                <a:sym typeface="Microsoft YaHei"/>
              </a:defRPr>
            </a:lvl5pPr>
          </a:lstStyle>
          <a:p>
            <a:pPr/>
            <a:r>
              <a:t>点击编辑章节副标题</a:t>
            </a:r>
          </a:p>
          <a:p>
            <a:pPr lvl="1"/>
            <a:r>
              <a:t/>
            </a:r>
          </a:p>
          <a:p>
            <a:pPr lvl="2"/>
            <a:r>
              <a:t/>
            </a:r>
          </a:p>
          <a:p>
            <a:pPr lvl="3"/>
            <a:r>
              <a:t/>
            </a:r>
          </a:p>
          <a:p>
            <a:pPr lvl="4"/>
            <a:r>
              <a:t/>
            </a:r>
          </a:p>
        </p:txBody>
      </p:sp>
      <p:sp>
        <p:nvSpPr>
          <p:cNvPr id="25" name="文本占位符 22"/>
          <p:cNvSpPr/>
          <p:nvPr>
            <p:ph type="body" sz="quarter" idx="21" hasCustomPrompt="1"/>
          </p:nvPr>
        </p:nvSpPr>
        <p:spPr>
          <a:xfrm>
            <a:off x="1362306" y="2432542"/>
            <a:ext cx="1085384" cy="1992916"/>
          </a:xfrm>
          <a:prstGeom prst="rect">
            <a:avLst/>
          </a:prstGeom>
        </p:spPr>
        <p:txBody>
          <a:bodyPr>
            <a:normAutofit fontScale="100000" lnSpcReduction="0"/>
          </a:bodyPr>
          <a:lstStyle>
            <a:lvl1pPr marL="0" indent="0" defTabSz="877823">
              <a:spcBef>
                <a:spcPts val="900"/>
              </a:spcBef>
              <a:buSzTx/>
              <a:buFontTx/>
              <a:buNone/>
              <a:defRPr b="1" sz="12480">
                <a:solidFill>
                  <a:srgbClr val="FFFFFF"/>
                </a:solidFill>
                <a:latin typeface="Microsoft YaHei"/>
                <a:ea typeface="Microsoft YaHei"/>
                <a:cs typeface="Microsoft YaHei"/>
                <a:sym typeface="Microsoft YaHei"/>
              </a:defRPr>
            </a:lvl1pPr>
          </a:lstStyle>
          <a:p>
            <a:pPr/>
            <a:r>
              <a:t>1</a:t>
            </a:r>
          </a:p>
        </p:txBody>
      </p:sp>
      <p:sp>
        <p:nvSpPr>
          <p:cNvPr id="26" name="点击编辑章节大标题"/>
          <p:cNvSpPr txBox="1"/>
          <p:nvPr>
            <p:ph type="title" hasCustomPrompt="1"/>
          </p:nvPr>
        </p:nvSpPr>
        <p:spPr>
          <a:xfrm>
            <a:off x="4143297" y="2657187"/>
            <a:ext cx="6620897" cy="700146"/>
          </a:xfrm>
          <a:prstGeom prst="rect">
            <a:avLst/>
          </a:prstGeom>
        </p:spPr>
        <p:txBody>
          <a:bodyPr anchor="t">
            <a:normAutofit fontScale="100000" lnSpcReduction="0"/>
          </a:bodyPr>
          <a:lstStyle>
            <a:lvl1pPr>
              <a:defRPr b="1" sz="4800">
                <a:solidFill>
                  <a:srgbClr val="FFFFFF"/>
                </a:solidFill>
                <a:latin typeface="Microsoft YaHei"/>
                <a:ea typeface="Microsoft YaHei"/>
                <a:cs typeface="Microsoft YaHei"/>
                <a:sym typeface="Microsoft YaHei"/>
              </a:defRPr>
            </a:lvl1pPr>
          </a:lstStyle>
          <a:p>
            <a:pPr/>
            <a:r>
              <a:t>点击编辑章节大标题</a:t>
            </a:r>
          </a:p>
        </p:txBody>
      </p:sp>
      <p:pic>
        <p:nvPicPr>
          <p:cNvPr id="27" name="图片 8" descr="图片 8"/>
          <p:cNvPicPr>
            <a:picLocks noChangeAspect="1"/>
          </p:cNvPicPr>
          <p:nvPr/>
        </p:nvPicPr>
        <p:blipFill>
          <a:blip r:embed="rId3">
            <a:extLst/>
          </a:blip>
          <a:stretch>
            <a:fillRect/>
          </a:stretch>
        </p:blipFill>
        <p:spPr>
          <a:xfrm>
            <a:off x="10247421" y="184192"/>
            <a:ext cx="1695324" cy="948163"/>
          </a:xfrm>
          <a:prstGeom prst="rect">
            <a:avLst/>
          </a:prstGeom>
          <a:ln w="12700">
            <a:miter lim="400000"/>
          </a:ln>
        </p:spPr>
      </p:pic>
      <p:sp>
        <p:nvSpPr>
          <p:cNvPr id="28"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4_节标题">
    <p:bg>
      <p:bgPr>
        <a:solidFill>
          <a:srgbClr val="252631"/>
        </a:solidFill>
      </p:bgPr>
    </p:bg>
    <p:spTree>
      <p:nvGrpSpPr>
        <p:cNvPr id="1" name=""/>
        <p:cNvGrpSpPr/>
        <p:nvPr/>
      </p:nvGrpSpPr>
      <p:grpSpPr>
        <a:xfrm>
          <a:off x="0" y="0"/>
          <a:ext cx="0" cy="0"/>
          <a:chOff x="0" y="0"/>
          <a:chExt cx="0" cy="0"/>
        </a:xfrm>
      </p:grpSpPr>
      <p:pic>
        <p:nvPicPr>
          <p:cNvPr id="35" name="图片 10" descr="图片 10"/>
          <p:cNvPicPr>
            <a:picLocks noChangeAspect="1"/>
          </p:cNvPicPr>
          <p:nvPr/>
        </p:nvPicPr>
        <p:blipFill>
          <a:blip r:embed="rId2">
            <a:extLst/>
          </a:blip>
          <a:stretch>
            <a:fillRect/>
          </a:stretch>
        </p:blipFill>
        <p:spPr>
          <a:xfrm>
            <a:off x="6044338" y="4237873"/>
            <a:ext cx="6147663" cy="2620129"/>
          </a:xfrm>
          <a:prstGeom prst="rect">
            <a:avLst/>
          </a:prstGeom>
          <a:ln w="12700">
            <a:miter lim="400000"/>
          </a:ln>
        </p:spPr>
      </p:pic>
      <p:sp>
        <p:nvSpPr>
          <p:cNvPr id="36" name="点击编辑章节小标题"/>
          <p:cNvSpPr txBox="1"/>
          <p:nvPr>
            <p:ph type="title" hasCustomPrompt="1"/>
          </p:nvPr>
        </p:nvSpPr>
        <p:spPr>
          <a:xfrm>
            <a:off x="400754" y="397650"/>
            <a:ext cx="10515601" cy="589492"/>
          </a:xfrm>
          <a:prstGeom prst="rect">
            <a:avLst/>
          </a:prstGeom>
        </p:spPr>
        <p:txBody>
          <a:bodyPr anchor="t">
            <a:normAutofit fontScale="100000" lnSpcReduction="0"/>
          </a:bodyPr>
          <a:lstStyle>
            <a:lvl1pPr>
              <a:defRPr b="1" sz="3600">
                <a:solidFill>
                  <a:srgbClr val="FFFFFF"/>
                </a:solidFill>
                <a:latin typeface="Microsoft YaHei"/>
                <a:ea typeface="Microsoft YaHei"/>
                <a:cs typeface="Microsoft YaHei"/>
                <a:sym typeface="Microsoft YaHei"/>
              </a:defRPr>
            </a:lvl1pPr>
          </a:lstStyle>
          <a:p>
            <a:pPr/>
            <a:r>
              <a:t>点击编辑章节小标题</a:t>
            </a:r>
          </a:p>
        </p:txBody>
      </p:sp>
      <p:sp>
        <p:nvSpPr>
          <p:cNvPr id="37" name="正文级别 1…"/>
          <p:cNvSpPr txBox="1"/>
          <p:nvPr>
            <p:ph type="body" idx="1" hasCustomPrompt="1"/>
          </p:nvPr>
        </p:nvSpPr>
        <p:spPr>
          <a:xfrm>
            <a:off x="1550987" y="1705504"/>
            <a:ext cx="9557281" cy="4402667"/>
          </a:xfrm>
          <a:prstGeom prst="rect">
            <a:avLst/>
          </a:prstGeom>
        </p:spPr>
        <p:txBody>
          <a:bodyPr>
            <a:normAutofit fontScale="100000" lnSpcReduction="0"/>
          </a:bodyPr>
          <a:lstStyle>
            <a:lvl1pPr marL="457200" indent="-457200">
              <a:lnSpc>
                <a:spcPct val="100000"/>
              </a:lnSpc>
              <a:defRPr>
                <a:solidFill>
                  <a:srgbClr val="FFFFFF"/>
                </a:solidFill>
                <a:latin typeface="Microsoft YaHei"/>
                <a:ea typeface="Microsoft YaHei"/>
                <a:cs typeface="Microsoft YaHei"/>
                <a:sym typeface="Microsoft YaHei"/>
              </a:defRPr>
            </a:lvl1pPr>
            <a:lvl2pPr>
              <a:lnSpc>
                <a:spcPct val="100000"/>
              </a:lnSpc>
              <a:defRPr>
                <a:solidFill>
                  <a:srgbClr val="FFFFFF"/>
                </a:solidFill>
                <a:latin typeface="Microsoft YaHei"/>
                <a:ea typeface="Microsoft YaHei"/>
                <a:cs typeface="Microsoft YaHei"/>
                <a:sym typeface="Microsoft YaHei"/>
              </a:defRPr>
            </a:lvl2pPr>
            <a:lvl3pPr>
              <a:lnSpc>
                <a:spcPct val="100000"/>
              </a:lnSpc>
              <a:defRPr>
                <a:solidFill>
                  <a:srgbClr val="FFFFFF"/>
                </a:solidFill>
                <a:latin typeface="Microsoft YaHei"/>
                <a:ea typeface="Microsoft YaHei"/>
                <a:cs typeface="Microsoft YaHei"/>
                <a:sym typeface="Microsoft YaHei"/>
              </a:defRPr>
            </a:lvl3pPr>
            <a:lvl4pPr>
              <a:lnSpc>
                <a:spcPct val="100000"/>
              </a:lnSpc>
              <a:defRPr>
                <a:solidFill>
                  <a:srgbClr val="FFFFFF"/>
                </a:solidFill>
                <a:latin typeface="Microsoft YaHei"/>
                <a:ea typeface="Microsoft YaHei"/>
                <a:cs typeface="Microsoft YaHei"/>
                <a:sym typeface="Microsoft YaHei"/>
              </a:defRPr>
            </a:lvl4pPr>
            <a:lvl5pPr>
              <a:lnSpc>
                <a:spcPct val="100000"/>
              </a:lnSpc>
              <a:defRPr>
                <a:solidFill>
                  <a:srgbClr val="FFFFFF"/>
                </a:solidFill>
                <a:latin typeface="Microsoft YaHei"/>
                <a:ea typeface="Microsoft YaHei"/>
                <a:cs typeface="Microsoft YaHei"/>
                <a:sym typeface="Microsoft YaHei"/>
              </a:defRPr>
            </a:lvl5pPr>
          </a:lstStyle>
          <a:p>
            <a:pPr/>
            <a:r>
              <a:t>点击编辑内容</a:t>
            </a:r>
          </a:p>
          <a:p>
            <a:pPr lvl="1"/>
            <a:r>
              <a:t/>
            </a:r>
          </a:p>
          <a:p>
            <a:pPr lvl="2"/>
            <a:r>
              <a:t/>
            </a:r>
          </a:p>
          <a:p>
            <a:pPr lvl="3"/>
            <a:r>
              <a:t/>
            </a:r>
          </a:p>
          <a:p>
            <a:pPr lvl="4"/>
            <a:r>
              <a:t/>
            </a:r>
          </a:p>
        </p:txBody>
      </p:sp>
      <p:sp>
        <p:nvSpPr>
          <p:cNvPr id="38" name="直线连接符 4"/>
          <p:cNvSpPr/>
          <p:nvPr/>
        </p:nvSpPr>
        <p:spPr>
          <a:xfrm>
            <a:off x="0" y="1213337"/>
            <a:ext cx="12192000" cy="1"/>
          </a:xfrm>
          <a:prstGeom prst="line">
            <a:avLst/>
          </a:prstGeom>
          <a:ln w="6350">
            <a:solidFill>
              <a:srgbClr val="FFFFFF"/>
            </a:solidFill>
            <a:miter/>
          </a:ln>
        </p:spPr>
        <p:txBody>
          <a:bodyPr lIns="45719" rIns="45719"/>
          <a:lstStyle/>
          <a:p>
            <a:pPr/>
          </a:p>
        </p:txBody>
      </p:sp>
      <p:pic>
        <p:nvPicPr>
          <p:cNvPr id="39" name="图片 6" descr="图片 6"/>
          <p:cNvPicPr>
            <a:picLocks noChangeAspect="1"/>
          </p:cNvPicPr>
          <p:nvPr/>
        </p:nvPicPr>
        <p:blipFill>
          <a:blip r:embed="rId3">
            <a:extLst/>
          </a:blip>
          <a:stretch>
            <a:fillRect/>
          </a:stretch>
        </p:blipFill>
        <p:spPr>
          <a:xfrm>
            <a:off x="10247421" y="184192"/>
            <a:ext cx="1695324" cy="948163"/>
          </a:xfrm>
          <a:prstGeom prst="rect">
            <a:avLst/>
          </a:prstGeom>
          <a:ln w="12700">
            <a:miter lim="400000"/>
          </a:ln>
        </p:spPr>
      </p:pic>
      <p:sp>
        <p:nvSpPr>
          <p:cNvPr id="40"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2_节标题">
    <p:bg>
      <p:bgPr>
        <a:solidFill>
          <a:srgbClr val="252631"/>
        </a:solidFill>
      </p:bgPr>
    </p:bg>
    <p:spTree>
      <p:nvGrpSpPr>
        <p:cNvPr id="1" name=""/>
        <p:cNvGrpSpPr/>
        <p:nvPr/>
      </p:nvGrpSpPr>
      <p:grpSpPr>
        <a:xfrm>
          <a:off x="0" y="0"/>
          <a:ext cx="0" cy="0"/>
          <a:chOff x="0" y="0"/>
          <a:chExt cx="0" cy="0"/>
        </a:xfrm>
      </p:grpSpPr>
      <p:sp>
        <p:nvSpPr>
          <p:cNvPr id="47" name="直线连接符 8"/>
          <p:cNvSpPr/>
          <p:nvPr/>
        </p:nvSpPr>
        <p:spPr>
          <a:xfrm>
            <a:off x="0" y="1213337"/>
            <a:ext cx="12192000" cy="1"/>
          </a:xfrm>
          <a:prstGeom prst="line">
            <a:avLst/>
          </a:prstGeom>
          <a:ln w="6350">
            <a:solidFill>
              <a:srgbClr val="FFFFFF"/>
            </a:solidFill>
            <a:miter/>
          </a:ln>
        </p:spPr>
        <p:txBody>
          <a:bodyPr lIns="45719" rIns="45719"/>
          <a:lstStyle/>
          <a:p>
            <a:pPr/>
          </a:p>
        </p:txBody>
      </p:sp>
      <p:pic>
        <p:nvPicPr>
          <p:cNvPr id="48" name="图片 9" descr="图片 9"/>
          <p:cNvPicPr>
            <a:picLocks noChangeAspect="1"/>
          </p:cNvPicPr>
          <p:nvPr/>
        </p:nvPicPr>
        <p:blipFill>
          <a:blip r:embed="rId2">
            <a:extLst/>
          </a:blip>
          <a:stretch>
            <a:fillRect/>
          </a:stretch>
        </p:blipFill>
        <p:spPr>
          <a:xfrm>
            <a:off x="10247421" y="184192"/>
            <a:ext cx="1695324" cy="948163"/>
          </a:xfrm>
          <a:prstGeom prst="rect">
            <a:avLst/>
          </a:prstGeom>
          <a:ln w="12700">
            <a:miter lim="400000"/>
          </a:ln>
        </p:spPr>
      </p:pic>
      <p:sp>
        <p:nvSpPr>
          <p:cNvPr id="49" name="点击编辑章节小标题"/>
          <p:cNvSpPr txBox="1"/>
          <p:nvPr>
            <p:ph type="title" hasCustomPrompt="1"/>
          </p:nvPr>
        </p:nvSpPr>
        <p:spPr>
          <a:xfrm>
            <a:off x="400754" y="397650"/>
            <a:ext cx="10515601" cy="589492"/>
          </a:xfrm>
          <a:prstGeom prst="rect">
            <a:avLst/>
          </a:prstGeom>
        </p:spPr>
        <p:txBody>
          <a:bodyPr anchor="t">
            <a:normAutofit fontScale="100000" lnSpcReduction="0"/>
          </a:bodyPr>
          <a:lstStyle>
            <a:lvl1pPr>
              <a:defRPr b="1" sz="3600">
                <a:solidFill>
                  <a:srgbClr val="FFFFFF"/>
                </a:solidFill>
                <a:latin typeface="Microsoft YaHei"/>
                <a:ea typeface="Microsoft YaHei"/>
                <a:cs typeface="Microsoft YaHei"/>
                <a:sym typeface="Microsoft YaHei"/>
              </a:defRPr>
            </a:lvl1pPr>
          </a:lstStyle>
          <a:p>
            <a:pPr/>
            <a:r>
              <a:t>点击编辑章节小标题</a:t>
            </a:r>
          </a:p>
        </p:txBody>
      </p:sp>
      <p:sp>
        <p:nvSpPr>
          <p:cNvPr id="50" name="正文级别 1…"/>
          <p:cNvSpPr txBox="1"/>
          <p:nvPr>
            <p:ph type="body" idx="1" hasCustomPrompt="1"/>
          </p:nvPr>
        </p:nvSpPr>
        <p:spPr>
          <a:xfrm>
            <a:off x="1550987" y="1705504"/>
            <a:ext cx="9557281" cy="4402667"/>
          </a:xfrm>
          <a:prstGeom prst="rect">
            <a:avLst/>
          </a:prstGeom>
        </p:spPr>
        <p:txBody>
          <a:bodyPr>
            <a:normAutofit fontScale="100000" lnSpcReduction="0"/>
          </a:bodyPr>
          <a:lstStyle>
            <a:lvl1pPr marL="457200" indent="-457200">
              <a:lnSpc>
                <a:spcPct val="100000"/>
              </a:lnSpc>
              <a:defRPr>
                <a:solidFill>
                  <a:srgbClr val="FFFFFF"/>
                </a:solidFill>
                <a:latin typeface="Microsoft YaHei"/>
                <a:ea typeface="Microsoft YaHei"/>
                <a:cs typeface="Microsoft YaHei"/>
                <a:sym typeface="Microsoft YaHei"/>
              </a:defRPr>
            </a:lvl1pPr>
            <a:lvl2pPr>
              <a:lnSpc>
                <a:spcPct val="100000"/>
              </a:lnSpc>
              <a:defRPr>
                <a:solidFill>
                  <a:srgbClr val="FFFFFF"/>
                </a:solidFill>
                <a:latin typeface="Microsoft YaHei"/>
                <a:ea typeface="Microsoft YaHei"/>
                <a:cs typeface="Microsoft YaHei"/>
                <a:sym typeface="Microsoft YaHei"/>
              </a:defRPr>
            </a:lvl2pPr>
            <a:lvl3pPr>
              <a:lnSpc>
                <a:spcPct val="100000"/>
              </a:lnSpc>
              <a:defRPr>
                <a:solidFill>
                  <a:srgbClr val="FFFFFF"/>
                </a:solidFill>
                <a:latin typeface="Microsoft YaHei"/>
                <a:ea typeface="Microsoft YaHei"/>
                <a:cs typeface="Microsoft YaHei"/>
                <a:sym typeface="Microsoft YaHei"/>
              </a:defRPr>
            </a:lvl3pPr>
            <a:lvl4pPr>
              <a:lnSpc>
                <a:spcPct val="100000"/>
              </a:lnSpc>
              <a:defRPr>
                <a:solidFill>
                  <a:srgbClr val="FFFFFF"/>
                </a:solidFill>
                <a:latin typeface="Microsoft YaHei"/>
                <a:ea typeface="Microsoft YaHei"/>
                <a:cs typeface="Microsoft YaHei"/>
                <a:sym typeface="Microsoft YaHei"/>
              </a:defRPr>
            </a:lvl4pPr>
            <a:lvl5pPr>
              <a:lnSpc>
                <a:spcPct val="100000"/>
              </a:lnSpc>
              <a:defRPr>
                <a:solidFill>
                  <a:srgbClr val="FFFFFF"/>
                </a:solidFill>
                <a:latin typeface="Microsoft YaHei"/>
                <a:ea typeface="Microsoft YaHei"/>
                <a:cs typeface="Microsoft YaHei"/>
                <a:sym typeface="Microsoft YaHei"/>
              </a:defRPr>
            </a:lvl5pPr>
          </a:lstStyle>
          <a:p>
            <a:pPr/>
            <a:r>
              <a:t>点击编辑内容</a:t>
            </a:r>
          </a:p>
          <a:p>
            <a:pPr lvl="1"/>
            <a:r>
              <a:t/>
            </a:r>
          </a:p>
          <a:p>
            <a:pPr lvl="2"/>
            <a:r>
              <a:t/>
            </a:r>
          </a:p>
          <a:p>
            <a:pPr lvl="3"/>
            <a:r>
              <a:t/>
            </a:r>
          </a:p>
          <a:p>
            <a:pPr lvl="4"/>
            <a:r>
              <a:t/>
            </a:r>
          </a:p>
        </p:txBody>
      </p:sp>
      <p:sp>
        <p:nvSpPr>
          <p:cNvPr id="51"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标题和内容">
    <p:spTree>
      <p:nvGrpSpPr>
        <p:cNvPr id="1" name=""/>
        <p:cNvGrpSpPr/>
        <p:nvPr/>
      </p:nvGrpSpPr>
      <p:grpSpPr>
        <a:xfrm>
          <a:off x="0" y="0"/>
          <a:ext cx="0" cy="0"/>
          <a:chOff x="0" y="0"/>
          <a:chExt cx="0" cy="0"/>
        </a:xfrm>
      </p:grpSpPr>
      <p:pic>
        <p:nvPicPr>
          <p:cNvPr id="58" name="图片 6" descr="图片 6"/>
          <p:cNvPicPr>
            <a:picLocks noChangeAspect="1"/>
          </p:cNvPicPr>
          <p:nvPr/>
        </p:nvPicPr>
        <p:blipFill>
          <a:blip r:embed="rId2">
            <a:extLst/>
          </a:blip>
          <a:stretch>
            <a:fillRect/>
          </a:stretch>
        </p:blipFill>
        <p:spPr>
          <a:xfrm>
            <a:off x="699" y="0"/>
            <a:ext cx="12190601" cy="6858000"/>
          </a:xfrm>
          <a:prstGeom prst="rect">
            <a:avLst/>
          </a:prstGeom>
          <a:ln w="12700">
            <a:miter lim="400000"/>
          </a:ln>
        </p:spPr>
      </p:pic>
      <p:sp>
        <p:nvSpPr>
          <p:cNvPr id="59" name="THANKS!"/>
          <p:cNvSpPr txBox="1"/>
          <p:nvPr>
            <p:ph type="title" hasCustomPrompt="1"/>
          </p:nvPr>
        </p:nvSpPr>
        <p:spPr>
          <a:xfrm>
            <a:off x="838200" y="2471549"/>
            <a:ext cx="10515600" cy="1127047"/>
          </a:xfrm>
          <a:prstGeom prst="rect">
            <a:avLst/>
          </a:prstGeom>
        </p:spPr>
        <p:txBody>
          <a:bodyPr anchor="t">
            <a:normAutofit fontScale="100000" lnSpcReduction="0"/>
          </a:bodyPr>
          <a:lstStyle>
            <a:lvl1pPr algn="ctr">
              <a:defRPr b="1" spc="300" sz="12000">
                <a:solidFill>
                  <a:srgbClr val="FFFFFF"/>
                </a:solidFill>
                <a:latin typeface="Microsoft YaHei"/>
                <a:ea typeface="Microsoft YaHei"/>
                <a:cs typeface="Microsoft YaHei"/>
                <a:sym typeface="Microsoft YaHei"/>
              </a:defRPr>
            </a:lvl1pPr>
          </a:lstStyle>
          <a:p>
            <a:pPr/>
            <a:r>
              <a:t>THANKS!</a:t>
            </a:r>
          </a:p>
        </p:txBody>
      </p:sp>
      <p:sp>
        <p:nvSpPr>
          <p:cNvPr id="60" name="正文级别 1…"/>
          <p:cNvSpPr txBox="1"/>
          <p:nvPr>
            <p:ph type="body" sz="quarter" idx="1" hasCustomPrompt="1"/>
          </p:nvPr>
        </p:nvSpPr>
        <p:spPr>
          <a:xfrm>
            <a:off x="2368820" y="4018719"/>
            <a:ext cx="7454360" cy="462790"/>
          </a:xfrm>
          <a:prstGeom prst="rect">
            <a:avLst/>
          </a:prstGeom>
        </p:spPr>
        <p:txBody>
          <a:bodyPr anchor="b">
            <a:normAutofit fontScale="100000" lnSpcReduction="0"/>
          </a:bodyPr>
          <a:lstStyle>
            <a:lvl1pPr marL="0" indent="0" algn="ctr">
              <a:buSzTx/>
              <a:buFontTx/>
              <a:buNone/>
              <a:defRPr spc="1000" sz="2700">
                <a:solidFill>
                  <a:srgbClr val="FFFFFF"/>
                </a:solidFill>
                <a:latin typeface="Microsoft YaHei"/>
                <a:ea typeface="Microsoft YaHei"/>
                <a:cs typeface="Microsoft YaHei"/>
                <a:sym typeface="Microsoft YaHei"/>
              </a:defRPr>
            </a:lvl1pPr>
            <a:lvl2pPr marL="0" indent="457200" algn="ctr">
              <a:buSzTx/>
              <a:buFontTx/>
              <a:buNone/>
              <a:defRPr spc="1000" sz="2700">
                <a:solidFill>
                  <a:srgbClr val="FFFFFF"/>
                </a:solidFill>
                <a:latin typeface="Microsoft YaHei"/>
                <a:ea typeface="Microsoft YaHei"/>
                <a:cs typeface="Microsoft YaHei"/>
                <a:sym typeface="Microsoft YaHei"/>
              </a:defRPr>
            </a:lvl2pPr>
            <a:lvl3pPr marL="0" indent="914400" algn="ctr">
              <a:buSzTx/>
              <a:buFontTx/>
              <a:buNone/>
              <a:defRPr spc="1000" sz="2700">
                <a:solidFill>
                  <a:srgbClr val="FFFFFF"/>
                </a:solidFill>
                <a:latin typeface="Microsoft YaHei"/>
                <a:ea typeface="Microsoft YaHei"/>
                <a:cs typeface="Microsoft YaHei"/>
                <a:sym typeface="Microsoft YaHei"/>
              </a:defRPr>
            </a:lvl3pPr>
            <a:lvl4pPr marL="0" indent="1371600" algn="ctr">
              <a:buSzTx/>
              <a:buFontTx/>
              <a:buNone/>
              <a:defRPr spc="1000" sz="2700">
                <a:solidFill>
                  <a:srgbClr val="FFFFFF"/>
                </a:solidFill>
                <a:latin typeface="Microsoft YaHei"/>
                <a:ea typeface="Microsoft YaHei"/>
                <a:cs typeface="Microsoft YaHei"/>
                <a:sym typeface="Microsoft YaHei"/>
              </a:defRPr>
            </a:lvl4pPr>
            <a:lvl5pPr marL="0" indent="1828800" algn="ctr">
              <a:buSzTx/>
              <a:buFontTx/>
              <a:buNone/>
              <a:defRPr spc="1000" sz="2700">
                <a:solidFill>
                  <a:srgbClr val="FFFFFF"/>
                </a:solidFill>
                <a:latin typeface="Microsoft YaHei"/>
                <a:ea typeface="Microsoft YaHei"/>
                <a:cs typeface="Microsoft YaHei"/>
                <a:sym typeface="Microsoft YaHei"/>
              </a:defRPr>
            </a:lvl5pPr>
          </a:lstStyle>
          <a:p>
            <a:pPr/>
            <a:r>
              <a:t>让冬奥更安全  让世界更精彩</a:t>
            </a:r>
          </a:p>
          <a:p>
            <a:pPr lvl="1"/>
            <a:r>
              <a:t/>
            </a:r>
          </a:p>
          <a:p>
            <a:pPr lvl="2"/>
            <a:r>
              <a:t/>
            </a:r>
          </a:p>
          <a:p>
            <a:pPr lvl="3"/>
            <a:r>
              <a:t/>
            </a:r>
          </a:p>
          <a:p>
            <a:pPr lvl="4"/>
            <a:r>
              <a:t/>
            </a:r>
          </a:p>
        </p:txBody>
      </p:sp>
      <p:pic>
        <p:nvPicPr>
          <p:cNvPr id="61" name="图片 7" descr="图片 7"/>
          <p:cNvPicPr>
            <a:picLocks noChangeAspect="1"/>
          </p:cNvPicPr>
          <p:nvPr/>
        </p:nvPicPr>
        <p:blipFill>
          <a:blip r:embed="rId3">
            <a:extLst/>
          </a:blip>
          <a:stretch>
            <a:fillRect/>
          </a:stretch>
        </p:blipFill>
        <p:spPr>
          <a:xfrm>
            <a:off x="4757739" y="509364"/>
            <a:ext cx="2733676" cy="1528894"/>
          </a:xfrm>
          <a:prstGeom prst="rect">
            <a:avLst/>
          </a:prstGeom>
          <a:ln w="12700">
            <a:miter lim="400000"/>
          </a:ln>
        </p:spPr>
      </p:pic>
      <p:sp>
        <p:nvSpPr>
          <p:cNvPr id="62"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_节标题">
    <p:spTree>
      <p:nvGrpSpPr>
        <p:cNvPr id="1" name=""/>
        <p:cNvGrpSpPr/>
        <p:nvPr/>
      </p:nvGrpSpPr>
      <p:grpSpPr>
        <a:xfrm>
          <a:off x="0" y="0"/>
          <a:ext cx="0" cy="0"/>
          <a:chOff x="0" y="0"/>
          <a:chExt cx="0" cy="0"/>
        </a:xfrm>
      </p:grpSpPr>
      <p:sp>
        <p:nvSpPr>
          <p:cNvPr id="69"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节标题">
    <p:spTree>
      <p:nvGrpSpPr>
        <p:cNvPr id="1" name=""/>
        <p:cNvGrpSpPr/>
        <p:nvPr/>
      </p:nvGrpSpPr>
      <p:grpSpPr>
        <a:xfrm>
          <a:off x="0" y="0"/>
          <a:ext cx="0" cy="0"/>
          <a:chOff x="0" y="0"/>
          <a:chExt cx="0" cy="0"/>
        </a:xfrm>
      </p:grpSpPr>
      <p:sp>
        <p:nvSpPr>
          <p:cNvPr id="76"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节标题">
    <p:spTree>
      <p:nvGrpSpPr>
        <p:cNvPr id="1" name=""/>
        <p:cNvGrpSpPr/>
        <p:nvPr/>
      </p:nvGrpSpPr>
      <p:grpSpPr>
        <a:xfrm>
          <a:off x="0" y="0"/>
          <a:ext cx="0" cy="0"/>
          <a:chOff x="0" y="0"/>
          <a:chExt cx="0" cy="0"/>
        </a:xfrm>
      </p:grpSpPr>
      <p:sp>
        <p:nvSpPr>
          <p:cNvPr id="83"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1_标题幻灯片">
    <p:spTree>
      <p:nvGrpSpPr>
        <p:cNvPr id="1" name=""/>
        <p:cNvGrpSpPr/>
        <p:nvPr/>
      </p:nvGrpSpPr>
      <p:grpSpPr>
        <a:xfrm>
          <a:off x="0" y="0"/>
          <a:ext cx="0" cy="0"/>
          <a:chOff x="0" y="0"/>
          <a:chExt cx="0" cy="0"/>
        </a:xfrm>
      </p:grpSpPr>
      <p:sp>
        <p:nvSpPr>
          <p:cNvPr id="90"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_标题和内容">
    <p:spTree>
      <p:nvGrpSpPr>
        <p:cNvPr id="1" name=""/>
        <p:cNvGrpSpPr/>
        <p:nvPr/>
      </p:nvGrpSpPr>
      <p:grpSpPr>
        <a:xfrm>
          <a:off x="0" y="0"/>
          <a:ext cx="0" cy="0"/>
          <a:chOff x="0" y="0"/>
          <a:chExt cx="0" cy="0"/>
        </a:xfrm>
      </p:grpSpPr>
      <p:sp>
        <p:nvSpPr>
          <p:cNvPr id="97"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2_标题和内容">
    <p:spTree>
      <p:nvGrpSpPr>
        <p:cNvPr id="1" name=""/>
        <p:cNvGrpSpPr/>
        <p:nvPr/>
      </p:nvGrpSpPr>
      <p:grpSpPr>
        <a:xfrm>
          <a:off x="0" y="0"/>
          <a:ext cx="0" cy="0"/>
          <a:chOff x="0" y="0"/>
          <a:chExt cx="0" cy="0"/>
        </a:xfrm>
      </p:grpSpPr>
      <p:sp>
        <p:nvSpPr>
          <p:cNvPr id="104"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2_标题幻灯片">
    <p:spTree>
      <p:nvGrpSpPr>
        <p:cNvPr id="1" name=""/>
        <p:cNvGrpSpPr/>
        <p:nvPr/>
      </p:nvGrpSpPr>
      <p:grpSpPr>
        <a:xfrm>
          <a:off x="0" y="0"/>
          <a:ext cx="0" cy="0"/>
          <a:chOff x="0" y="0"/>
          <a:chExt cx="0" cy="0"/>
        </a:xfrm>
      </p:grpSpPr>
      <p:sp>
        <p:nvSpPr>
          <p:cNvPr id="111"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4_标题幻灯片">
    <p:spTree>
      <p:nvGrpSpPr>
        <p:cNvPr id="1" name=""/>
        <p:cNvGrpSpPr/>
        <p:nvPr/>
      </p:nvGrpSpPr>
      <p:grpSpPr>
        <a:xfrm>
          <a:off x="0" y="0"/>
          <a:ext cx="0" cy="0"/>
          <a:chOff x="0" y="0"/>
          <a:chExt cx="0" cy="0"/>
        </a:xfrm>
      </p:grpSpPr>
      <p:sp>
        <p:nvSpPr>
          <p:cNvPr id="118"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3_标题幻灯片">
    <p:spTree>
      <p:nvGrpSpPr>
        <p:cNvPr id="1" name=""/>
        <p:cNvGrpSpPr/>
        <p:nvPr/>
      </p:nvGrpSpPr>
      <p:grpSpPr>
        <a:xfrm>
          <a:off x="0" y="0"/>
          <a:ext cx="0" cy="0"/>
          <a:chOff x="0" y="0"/>
          <a:chExt cx="0" cy="0"/>
        </a:xfrm>
      </p:grpSpPr>
      <p:sp>
        <p:nvSpPr>
          <p:cNvPr id="125" name="幻灯片编号"/>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两项内容">
    <p:spTree>
      <p:nvGrpSpPr>
        <p:cNvPr id="1" name=""/>
        <p:cNvGrpSpPr/>
        <p:nvPr/>
      </p:nvGrpSpPr>
      <p:grpSpPr>
        <a:xfrm>
          <a:off x="0" y="0"/>
          <a:ext cx="0" cy="0"/>
          <a:chOff x="0" y="0"/>
          <a:chExt cx="0" cy="0"/>
        </a:xfrm>
      </p:grpSpPr>
      <p:sp>
        <p:nvSpPr>
          <p:cNvPr id="132" name="标题文本"/>
          <p:cNvSpPr txBox="1"/>
          <p:nvPr>
            <p:ph type="title"/>
          </p:nvPr>
        </p:nvSpPr>
        <p:spPr>
          <a:xfrm>
            <a:off x="762000" y="500062"/>
            <a:ext cx="10515600" cy="1325563"/>
          </a:xfrm>
          <a:prstGeom prst="rect">
            <a:avLst/>
          </a:prstGeom>
        </p:spPr>
        <p:txBody>
          <a:bodyPr anchor="t">
            <a:normAutofit fontScale="100000" lnSpcReduction="0"/>
          </a:bodyPr>
          <a:lstStyle/>
          <a:p>
            <a:pPr/>
            <a:r>
              <a:t>标题文本</a:t>
            </a:r>
          </a:p>
        </p:txBody>
      </p:sp>
      <p:sp>
        <p:nvSpPr>
          <p:cNvPr id="133" name="正文级别 1…"/>
          <p:cNvSpPr txBox="1"/>
          <p:nvPr>
            <p:ph type="body" sz="half" idx="1"/>
          </p:nvPr>
        </p:nvSpPr>
        <p:spPr>
          <a:xfrm>
            <a:off x="838200" y="1825625"/>
            <a:ext cx="5181600" cy="4351338"/>
          </a:xfrm>
          <a:prstGeom prst="rect">
            <a:avLst/>
          </a:prstGeom>
        </p:spPr>
        <p:txBody>
          <a:bodyPr>
            <a:normAutofit fontScale="100000" lnSpcReduction="0"/>
          </a:bodyPr>
          <a:lstStyle/>
          <a:p>
            <a:pPr/>
            <a:r>
              <a:t>正文级别 1</a:t>
            </a:r>
          </a:p>
          <a:p>
            <a:pPr lvl="1"/>
            <a:r>
              <a:t>正文级别 2</a:t>
            </a:r>
          </a:p>
          <a:p>
            <a:pPr lvl="2"/>
            <a:r>
              <a:t>正文级别 3</a:t>
            </a:r>
          </a:p>
          <a:p>
            <a:pPr lvl="3"/>
            <a:r>
              <a:t>正文级别 4</a:t>
            </a:r>
          </a:p>
          <a:p>
            <a:pPr lvl="4"/>
            <a:r>
              <a:t>正文级别 5</a:t>
            </a:r>
          </a:p>
        </p:txBody>
      </p:sp>
      <p:sp>
        <p:nvSpPr>
          <p:cNvPr id="134" name="幻灯片编号"/>
          <p:cNvSpPr txBox="1"/>
          <p:nvPr>
            <p:ph type="sldNum" sz="quarter" idx="2"/>
          </p:nvPr>
        </p:nvSpPr>
        <p:spPr>
          <a:xfrm>
            <a:off x="8610600" y="6356350"/>
            <a:ext cx="357297" cy="358140"/>
          </a:xfrm>
          <a:prstGeom prst="rect">
            <a:avLst/>
          </a:prstGeom>
        </p:spPr>
        <p:txBody>
          <a:bodyPr anchor="t"/>
          <a:lstStyle>
            <a:lvl1pPr algn="l">
              <a:defRPr sz="18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比较">
    <p:spTree>
      <p:nvGrpSpPr>
        <p:cNvPr id="1" name=""/>
        <p:cNvGrpSpPr/>
        <p:nvPr/>
      </p:nvGrpSpPr>
      <p:grpSpPr>
        <a:xfrm>
          <a:off x="0" y="0"/>
          <a:ext cx="0" cy="0"/>
          <a:chOff x="0" y="0"/>
          <a:chExt cx="0" cy="0"/>
        </a:xfrm>
      </p:grpSpPr>
      <p:sp>
        <p:nvSpPr>
          <p:cNvPr id="141" name="标题文本"/>
          <p:cNvSpPr txBox="1"/>
          <p:nvPr>
            <p:ph type="title"/>
          </p:nvPr>
        </p:nvSpPr>
        <p:spPr>
          <a:xfrm>
            <a:off x="839787" y="365125"/>
            <a:ext cx="10515601" cy="1325563"/>
          </a:xfrm>
          <a:prstGeom prst="rect">
            <a:avLst/>
          </a:prstGeom>
        </p:spPr>
        <p:txBody>
          <a:bodyPr anchor="t">
            <a:normAutofit fontScale="100000" lnSpcReduction="0"/>
          </a:bodyPr>
          <a:lstStyle/>
          <a:p>
            <a:pPr/>
            <a:r>
              <a:t>标题文本</a:t>
            </a:r>
          </a:p>
        </p:txBody>
      </p:sp>
      <p:sp>
        <p:nvSpPr>
          <p:cNvPr id="142" name="正文级别 1…"/>
          <p:cNvSpPr txBox="1"/>
          <p:nvPr>
            <p:ph type="body" sz="quarter" idx="1"/>
          </p:nvPr>
        </p:nvSpPr>
        <p:spPr>
          <a:xfrm>
            <a:off x="839787" y="1681163"/>
            <a:ext cx="5157789" cy="823913"/>
          </a:xfrm>
          <a:prstGeom prst="rect">
            <a:avLst/>
          </a:prstGeom>
        </p:spPr>
        <p:txBody>
          <a:bodyPr anchor="b">
            <a:normAutofit fontScale="100000" lnSpcReduction="0"/>
          </a:bodyPr>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正文级别 1</a:t>
            </a:r>
          </a:p>
          <a:p>
            <a:pPr lvl="1"/>
            <a:r>
              <a:t>正文级别 2</a:t>
            </a:r>
          </a:p>
          <a:p>
            <a:pPr lvl="2"/>
            <a:r>
              <a:t>正文级别 3</a:t>
            </a:r>
          </a:p>
          <a:p>
            <a:pPr lvl="3"/>
            <a:r>
              <a:t>正文级别 4</a:t>
            </a:r>
          </a:p>
          <a:p>
            <a:pPr lvl="4"/>
            <a:r>
              <a:t>正文级别 5</a:t>
            </a:r>
          </a:p>
        </p:txBody>
      </p:sp>
      <p:sp>
        <p:nvSpPr>
          <p:cNvPr id="143" name="文本占位符 4"/>
          <p:cNvSpPr/>
          <p:nvPr>
            <p:ph type="body" sz="quarter" idx="21"/>
          </p:nvPr>
        </p:nvSpPr>
        <p:spPr>
          <a:xfrm>
            <a:off x="6172200" y="1681163"/>
            <a:ext cx="5183188" cy="823913"/>
          </a:xfrm>
          <a:prstGeom prst="rect">
            <a:avLst/>
          </a:prstGeom>
        </p:spPr>
        <p:txBody>
          <a:bodyPr anchor="b">
            <a:normAutofit fontScale="100000" lnSpcReduction="0"/>
          </a:bodyPr>
          <a:lstStyle/>
          <a:p>
            <a:pPr marL="0" indent="0">
              <a:buSzTx/>
              <a:buFontTx/>
              <a:buNone/>
              <a:defRPr b="1" sz="2400"/>
            </a:pPr>
          </a:p>
        </p:txBody>
      </p:sp>
      <p:sp>
        <p:nvSpPr>
          <p:cNvPr id="144" name="幻灯片编号"/>
          <p:cNvSpPr txBox="1"/>
          <p:nvPr>
            <p:ph type="sldNum" sz="quarter" idx="2"/>
          </p:nvPr>
        </p:nvSpPr>
        <p:spPr>
          <a:xfrm>
            <a:off x="8610600" y="6356350"/>
            <a:ext cx="357297" cy="358140"/>
          </a:xfrm>
          <a:prstGeom prst="rect">
            <a:avLst/>
          </a:prstGeom>
        </p:spPr>
        <p:txBody>
          <a:bodyPr anchor="t"/>
          <a:lstStyle>
            <a:lvl1pPr algn="l">
              <a:defRPr sz="18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仅标题">
    <p:spTree>
      <p:nvGrpSpPr>
        <p:cNvPr id="1" name=""/>
        <p:cNvGrpSpPr/>
        <p:nvPr/>
      </p:nvGrpSpPr>
      <p:grpSpPr>
        <a:xfrm>
          <a:off x="0" y="0"/>
          <a:ext cx="0" cy="0"/>
          <a:chOff x="0" y="0"/>
          <a:chExt cx="0" cy="0"/>
        </a:xfrm>
      </p:grpSpPr>
      <p:sp>
        <p:nvSpPr>
          <p:cNvPr id="151" name="标题文本"/>
          <p:cNvSpPr txBox="1"/>
          <p:nvPr>
            <p:ph type="title"/>
          </p:nvPr>
        </p:nvSpPr>
        <p:spPr>
          <a:xfrm>
            <a:off x="838200" y="365125"/>
            <a:ext cx="10515600" cy="1325563"/>
          </a:xfrm>
          <a:prstGeom prst="rect">
            <a:avLst/>
          </a:prstGeom>
        </p:spPr>
        <p:txBody>
          <a:bodyPr anchor="t">
            <a:normAutofit fontScale="100000" lnSpcReduction="0"/>
          </a:bodyPr>
          <a:lstStyle/>
          <a:p>
            <a:pPr/>
            <a:r>
              <a:t>标题文本</a:t>
            </a:r>
          </a:p>
        </p:txBody>
      </p:sp>
      <p:sp>
        <p:nvSpPr>
          <p:cNvPr id="152" name="幻灯片编号"/>
          <p:cNvSpPr txBox="1"/>
          <p:nvPr>
            <p:ph type="sldNum" sz="quarter" idx="2"/>
          </p:nvPr>
        </p:nvSpPr>
        <p:spPr>
          <a:xfrm>
            <a:off x="8610600" y="6356350"/>
            <a:ext cx="357297" cy="358140"/>
          </a:xfrm>
          <a:prstGeom prst="rect">
            <a:avLst/>
          </a:prstGeom>
        </p:spPr>
        <p:txBody>
          <a:bodyPr anchor="t"/>
          <a:lstStyle>
            <a:lvl1pPr algn="l">
              <a:defRPr sz="18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空白">
    <p:spTree>
      <p:nvGrpSpPr>
        <p:cNvPr id="1" name=""/>
        <p:cNvGrpSpPr/>
        <p:nvPr/>
      </p:nvGrpSpPr>
      <p:grpSpPr>
        <a:xfrm>
          <a:off x="0" y="0"/>
          <a:ext cx="0" cy="0"/>
          <a:chOff x="0" y="0"/>
          <a:chExt cx="0" cy="0"/>
        </a:xfrm>
      </p:grpSpPr>
      <p:sp>
        <p:nvSpPr>
          <p:cNvPr id="159" name="幻灯片编号"/>
          <p:cNvSpPr txBox="1"/>
          <p:nvPr>
            <p:ph type="sldNum" sz="quarter" idx="2"/>
          </p:nvPr>
        </p:nvSpPr>
        <p:spPr>
          <a:xfrm>
            <a:off x="8610600" y="6356350"/>
            <a:ext cx="357297" cy="358140"/>
          </a:xfrm>
          <a:prstGeom prst="rect">
            <a:avLst/>
          </a:prstGeom>
        </p:spPr>
        <p:txBody>
          <a:bodyPr anchor="t"/>
          <a:lstStyle>
            <a:lvl1pPr algn="l">
              <a:defRPr sz="18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内容与标题">
    <p:spTree>
      <p:nvGrpSpPr>
        <p:cNvPr id="1" name=""/>
        <p:cNvGrpSpPr/>
        <p:nvPr/>
      </p:nvGrpSpPr>
      <p:grpSpPr>
        <a:xfrm>
          <a:off x="0" y="0"/>
          <a:ext cx="0" cy="0"/>
          <a:chOff x="0" y="0"/>
          <a:chExt cx="0" cy="0"/>
        </a:xfrm>
      </p:grpSpPr>
      <p:sp>
        <p:nvSpPr>
          <p:cNvPr id="166" name="标题文本"/>
          <p:cNvSpPr txBox="1"/>
          <p:nvPr>
            <p:ph type="title"/>
          </p:nvPr>
        </p:nvSpPr>
        <p:spPr>
          <a:xfrm>
            <a:off x="839787" y="457200"/>
            <a:ext cx="3932239" cy="1600200"/>
          </a:xfrm>
          <a:prstGeom prst="rect">
            <a:avLst/>
          </a:prstGeom>
        </p:spPr>
        <p:txBody>
          <a:bodyPr anchor="b">
            <a:normAutofit fontScale="100000" lnSpcReduction="0"/>
          </a:bodyPr>
          <a:lstStyle>
            <a:lvl1pPr>
              <a:defRPr sz="3200"/>
            </a:lvl1pPr>
          </a:lstStyle>
          <a:p>
            <a:pPr/>
            <a:r>
              <a:t>标题文本</a:t>
            </a:r>
          </a:p>
        </p:txBody>
      </p:sp>
      <p:sp>
        <p:nvSpPr>
          <p:cNvPr id="167" name="正文级别 1…"/>
          <p:cNvSpPr txBox="1"/>
          <p:nvPr>
            <p:ph type="body" sz="half" idx="1"/>
          </p:nvPr>
        </p:nvSpPr>
        <p:spPr>
          <a:xfrm>
            <a:off x="5183187" y="987425"/>
            <a:ext cx="6172201" cy="4873625"/>
          </a:xfrm>
          <a:prstGeom prst="rect">
            <a:avLst/>
          </a:prstGeom>
        </p:spPr>
        <p:txBody>
          <a:bodyPr>
            <a:normAutofit fontScale="100000" lnSpcReduction="0"/>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正文级别 1</a:t>
            </a:r>
          </a:p>
          <a:p>
            <a:pPr lvl="1"/>
            <a:r>
              <a:t>正文级别 2</a:t>
            </a:r>
          </a:p>
          <a:p>
            <a:pPr lvl="2"/>
            <a:r>
              <a:t>正文级别 3</a:t>
            </a:r>
          </a:p>
          <a:p>
            <a:pPr lvl="3"/>
            <a:r>
              <a:t>正文级别 4</a:t>
            </a:r>
          </a:p>
          <a:p>
            <a:pPr lvl="4"/>
            <a:r>
              <a:t>正文级别 5</a:t>
            </a:r>
          </a:p>
        </p:txBody>
      </p:sp>
      <p:sp>
        <p:nvSpPr>
          <p:cNvPr id="168" name="文本占位符 3"/>
          <p:cNvSpPr/>
          <p:nvPr>
            <p:ph type="body" sz="quarter" idx="21"/>
          </p:nvPr>
        </p:nvSpPr>
        <p:spPr>
          <a:xfrm>
            <a:off x="839787" y="2057400"/>
            <a:ext cx="3932238" cy="3811588"/>
          </a:xfrm>
          <a:prstGeom prst="rect">
            <a:avLst/>
          </a:prstGeom>
        </p:spPr>
        <p:txBody>
          <a:bodyPr>
            <a:normAutofit fontScale="100000" lnSpcReduction="0"/>
          </a:bodyPr>
          <a:lstStyle/>
          <a:p>
            <a:pPr marL="0" indent="0">
              <a:buSzTx/>
              <a:buFontTx/>
              <a:buNone/>
              <a:defRPr sz="1600"/>
            </a:pPr>
          </a:p>
        </p:txBody>
      </p:sp>
      <p:sp>
        <p:nvSpPr>
          <p:cNvPr id="169" name="幻灯片编号"/>
          <p:cNvSpPr txBox="1"/>
          <p:nvPr>
            <p:ph type="sldNum" sz="quarter" idx="2"/>
          </p:nvPr>
        </p:nvSpPr>
        <p:spPr>
          <a:xfrm>
            <a:off x="8610600" y="6356350"/>
            <a:ext cx="357297" cy="358140"/>
          </a:xfrm>
          <a:prstGeom prst="rect">
            <a:avLst/>
          </a:prstGeom>
        </p:spPr>
        <p:txBody>
          <a:bodyPr anchor="t"/>
          <a:lstStyle>
            <a:lvl1pPr algn="l">
              <a:defRPr sz="1800"/>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图片与标题">
    <p:spTree>
      <p:nvGrpSpPr>
        <p:cNvPr id="1" name=""/>
        <p:cNvGrpSpPr/>
        <p:nvPr/>
      </p:nvGrpSpPr>
      <p:grpSpPr>
        <a:xfrm>
          <a:off x="0" y="0"/>
          <a:ext cx="0" cy="0"/>
          <a:chOff x="0" y="0"/>
          <a:chExt cx="0" cy="0"/>
        </a:xfrm>
      </p:grpSpPr>
      <p:sp>
        <p:nvSpPr>
          <p:cNvPr id="176" name="标题文本"/>
          <p:cNvSpPr txBox="1"/>
          <p:nvPr>
            <p:ph type="title"/>
          </p:nvPr>
        </p:nvSpPr>
        <p:spPr>
          <a:xfrm>
            <a:off x="839787" y="457200"/>
            <a:ext cx="3932239" cy="1600200"/>
          </a:xfrm>
          <a:prstGeom prst="rect">
            <a:avLst/>
          </a:prstGeom>
        </p:spPr>
        <p:txBody>
          <a:bodyPr anchor="b">
            <a:normAutofit fontScale="100000" lnSpcReduction="0"/>
          </a:bodyPr>
          <a:lstStyle>
            <a:lvl1pPr>
              <a:defRPr sz="3200"/>
            </a:lvl1pPr>
          </a:lstStyle>
          <a:p>
            <a:pPr/>
            <a:r>
              <a:t>标题文本</a:t>
            </a:r>
          </a:p>
        </p:txBody>
      </p:sp>
      <p:sp>
        <p:nvSpPr>
          <p:cNvPr id="177" name="图片占位符 2"/>
          <p:cNvSpPr/>
          <p:nvPr>
            <p:ph type="pic" sz="half" idx="21"/>
          </p:nvPr>
        </p:nvSpPr>
        <p:spPr>
          <a:xfrm>
            <a:off x="5183187" y="987425"/>
            <a:ext cx="6172201" cy="4873625"/>
          </a:xfrm>
          <a:prstGeom prst="rect">
            <a:avLst/>
          </a:prstGeom>
        </p:spPr>
        <p:txBody>
          <a:bodyPr lIns="91439" rIns="91439"/>
          <a:lstStyle/>
          <a:p>
            <a:pPr/>
          </a:p>
        </p:txBody>
      </p:sp>
      <p:sp>
        <p:nvSpPr>
          <p:cNvPr id="178" name="正文级别 1…"/>
          <p:cNvSpPr txBox="1"/>
          <p:nvPr>
            <p:ph type="body" sz="quarter" idx="1"/>
          </p:nvPr>
        </p:nvSpPr>
        <p:spPr>
          <a:xfrm>
            <a:off x="839787" y="2057400"/>
            <a:ext cx="3932239" cy="3811588"/>
          </a:xfrm>
          <a:prstGeom prst="rect">
            <a:avLst/>
          </a:prstGeom>
        </p:spPr>
        <p:txBody>
          <a:bodyPr>
            <a:normAutofit fontScale="100000" lnSpcReduction="0"/>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正文级别 1</a:t>
            </a:r>
          </a:p>
          <a:p>
            <a:pPr lvl="1"/>
            <a:r>
              <a:t>正文级别 2</a:t>
            </a:r>
          </a:p>
          <a:p>
            <a:pPr lvl="2"/>
            <a:r>
              <a:t>正文级别 3</a:t>
            </a:r>
          </a:p>
          <a:p>
            <a:pPr lvl="3"/>
            <a:r>
              <a:t>正文级别 4</a:t>
            </a:r>
          </a:p>
          <a:p>
            <a:pPr lvl="4"/>
            <a:r>
              <a:t>正文级别 5</a:t>
            </a:r>
          </a:p>
        </p:txBody>
      </p:sp>
      <p:sp>
        <p:nvSpPr>
          <p:cNvPr id="179" name="幻灯片编号"/>
          <p:cNvSpPr txBox="1"/>
          <p:nvPr>
            <p:ph type="sldNum" sz="quarter" idx="2"/>
          </p:nvPr>
        </p:nvSpPr>
        <p:spPr>
          <a:xfrm>
            <a:off x="8610600" y="6356350"/>
            <a:ext cx="357297" cy="358140"/>
          </a:xfrm>
          <a:prstGeom prst="rect">
            <a:avLst/>
          </a:prstGeom>
        </p:spPr>
        <p:txBody>
          <a:bodyPr anchor="t"/>
          <a:lstStyle>
            <a:lvl1pPr algn="l">
              <a:defRPr sz="1800"/>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标题文本"/>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标题文本</a:t>
            </a:r>
          </a:p>
        </p:txBody>
      </p:sp>
      <p:sp>
        <p:nvSpPr>
          <p:cNvPr id="3" name="正文级别 1…"/>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正文级别 1</a:t>
            </a:r>
          </a:p>
          <a:p>
            <a:pPr lvl="1"/>
            <a:r>
              <a:t>正文级别 2</a:t>
            </a:r>
          </a:p>
          <a:p>
            <a:pPr lvl="2"/>
            <a:r>
              <a:t>正文级别 3</a:t>
            </a:r>
          </a:p>
          <a:p>
            <a:pPr lvl="3"/>
            <a:r>
              <a:t>正文级别 4</a:t>
            </a:r>
          </a:p>
          <a:p>
            <a:pPr lvl="4"/>
            <a:r>
              <a:t>正文级别 5</a:t>
            </a:r>
          </a:p>
        </p:txBody>
      </p:sp>
      <p:sp>
        <p:nvSpPr>
          <p:cNvPr id="4" name="幻灯片编号"/>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mbria"/>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mbria"/>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mbria"/>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mbria"/>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mbria"/>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mbria"/>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mbria"/>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mbria"/>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mn-lt"/>
          <a:ea typeface="+mn-ea"/>
          <a:cs typeface="+mn-cs"/>
          <a:sym typeface="Cambria"/>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mbria"/>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mbria"/>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mbria"/>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mbria"/>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mbria"/>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mbria"/>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mbria"/>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mbria"/>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mbria"/>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mbria"/>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mbria"/>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mbria"/>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mbria"/>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mbria"/>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mbria"/>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mbria"/>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mbria"/>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mbri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image" Target="../media/image14.png"/><Relationship Id="rId13" Type="http://schemas.openxmlformats.org/officeDocument/2006/relationships/image" Target="../media/image15.png"/><Relationship Id="rId14" Type="http://schemas.openxmlformats.org/officeDocument/2006/relationships/image" Target="../media/image16.png"/><Relationship Id="rId15" Type="http://schemas.openxmlformats.org/officeDocument/2006/relationships/image" Target="../media/image17.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8.png"/><Relationship Id="rId3" Type="http://schemas.openxmlformats.org/officeDocument/2006/relationships/image" Target="../media/image19.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0.png"/><Relationship Id="rId3" Type="http://schemas.openxmlformats.org/officeDocument/2006/relationships/image" Target="../media/image21.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2.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 Id="rId3" Type="http://schemas.openxmlformats.org/officeDocument/2006/relationships/image" Target="../media/image24.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25.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5.jpeg"/><Relationship Id="rId3" Type="http://schemas.openxmlformats.org/officeDocument/2006/relationships/image" Target="../media/image26.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8.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jpeg"/><Relationship Id="rId3" Type="http://schemas.openxmlformats.org/officeDocument/2006/relationships/image" Target="../media/image29.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8" name="标题 2"/>
          <p:cNvSpPr txBox="1"/>
          <p:nvPr>
            <p:ph type="title"/>
          </p:nvPr>
        </p:nvSpPr>
        <p:spPr>
          <a:xfrm>
            <a:off x="838200" y="2645355"/>
            <a:ext cx="10515600" cy="1127048"/>
          </a:xfrm>
          <a:prstGeom prst="rect">
            <a:avLst/>
          </a:prstGeom>
        </p:spPr>
        <p:txBody>
          <a:bodyPr/>
          <a:lstStyle>
            <a:lvl1pPr>
              <a:defRPr sz="4800"/>
            </a:lvl1pPr>
          </a:lstStyle>
          <a:p>
            <a:pPr/>
            <a:r>
              <a:t>安全意识培训</a:t>
            </a:r>
          </a:p>
        </p:txBody>
      </p:sp>
      <p:sp>
        <p:nvSpPr>
          <p:cNvPr id="189" name="文本占位符 1"/>
          <p:cNvSpPr txBox="1"/>
          <p:nvPr>
            <p:ph type="body" sz="quarter" idx="1"/>
          </p:nvPr>
        </p:nvSpPr>
        <p:spPr>
          <a:xfrm>
            <a:off x="2368820" y="3751105"/>
            <a:ext cx="7454360" cy="462790"/>
          </a:xfrm>
          <a:prstGeom prst="rect">
            <a:avLst/>
          </a:prstGeom>
        </p:spPr>
        <p:txBody>
          <a:bodyPr anchor="b"/>
          <a:lstStyle>
            <a:lvl1pPr defTabSz="685800">
              <a:spcBef>
                <a:spcPts val="700"/>
              </a:spcBef>
              <a:defRPr sz="2100">
                <a:solidFill>
                  <a:srgbClr val="FFFFFF"/>
                </a:solidFill>
              </a:defRPr>
            </a:lvl1pPr>
          </a:lstStyle>
          <a:p>
            <a:pPr/>
            <a:r>
              <a:t>一班二组 Fazx</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标题 1"/>
          <p:cNvSpPr txBox="1"/>
          <p:nvPr>
            <p:ph type="title"/>
          </p:nvPr>
        </p:nvSpPr>
        <p:spPr>
          <a:prstGeom prst="rect">
            <a:avLst/>
          </a:prstGeom>
        </p:spPr>
        <p:txBody>
          <a:bodyPr/>
          <a:lstStyle>
            <a:lvl1pPr defTabSz="704087">
              <a:defRPr sz="2772"/>
            </a:lvl1pPr>
          </a:lstStyle>
          <a:p>
            <a:pPr/>
            <a:r>
              <a:t>威胁</a:t>
            </a:r>
          </a:p>
        </p:txBody>
      </p:sp>
      <p:sp>
        <p:nvSpPr>
          <p:cNvPr id="192" name="Rectangle 6"/>
          <p:cNvSpPr txBox="1"/>
          <p:nvPr/>
        </p:nvSpPr>
        <p:spPr>
          <a:xfrm>
            <a:off x="656904" y="981075"/>
            <a:ext cx="7680968" cy="1009899"/>
          </a:xfrm>
          <a:prstGeom prst="rect">
            <a:avLst/>
          </a:prstGeom>
          <a:ln w="12700">
            <a:miter lim="400000"/>
          </a:ln>
          <a:extLst>
            <a:ext uri="{C572A759-6A51-4108-AA02-DFA0A04FC94B}">
              <ma14:wrappingTextBoxFlag xmlns:ma14="http://schemas.microsoft.com/office/mac/drawingml/2011/main" val="1"/>
            </a:ext>
          </a:extLst>
        </p:spPr>
        <p:txBody>
          <a:bodyPr lIns="45717" tIns="45717" rIns="45717" bIns="45717">
            <a:spAutoFit/>
          </a:bodyPr>
          <a:lstStyle>
            <a:lvl1pPr marL="342878" indent="-342878">
              <a:spcBef>
                <a:spcPts val="600"/>
              </a:spcBef>
              <a:defRPr sz="2800">
                <a:latin typeface="Tahoma"/>
                <a:ea typeface="Tahoma"/>
                <a:cs typeface="Tahoma"/>
                <a:sym typeface="Tahoma"/>
              </a:defRPr>
            </a:lvl1pPr>
          </a:lstStyle>
          <a:p>
            <a:pPr/>
            <a:r>
              <a:t> </a:t>
            </a:r>
            <a:endParaRPr>
              <a:latin typeface="Tahoma Bold"/>
              <a:ea typeface="Tahoma Bold"/>
              <a:cs typeface="Tahoma Bold"/>
              <a:sym typeface="Tahoma Bold"/>
            </a:endParaRPr>
          </a:p>
        </p:txBody>
      </p:sp>
      <p:grpSp>
        <p:nvGrpSpPr>
          <p:cNvPr id="252" name="组合 69"/>
          <p:cNvGrpSpPr/>
          <p:nvPr/>
        </p:nvGrpSpPr>
        <p:grpSpPr>
          <a:xfrm>
            <a:off x="1830910" y="1379194"/>
            <a:ext cx="8856025" cy="5457465"/>
            <a:chOff x="0" y="0"/>
            <a:chExt cx="8856024" cy="5457463"/>
          </a:xfrm>
        </p:grpSpPr>
        <p:grpSp>
          <p:nvGrpSpPr>
            <p:cNvPr id="195" name="Oval 7"/>
            <p:cNvGrpSpPr/>
            <p:nvPr/>
          </p:nvGrpSpPr>
          <p:grpSpPr>
            <a:xfrm>
              <a:off x="2733722" y="1992467"/>
              <a:ext cx="3300467" cy="1228337"/>
              <a:chOff x="0" y="0"/>
              <a:chExt cx="3300465" cy="1228335"/>
            </a:xfrm>
          </p:grpSpPr>
          <p:sp>
            <p:nvSpPr>
              <p:cNvPr id="193" name="椭圆"/>
              <p:cNvSpPr/>
              <p:nvPr/>
            </p:nvSpPr>
            <p:spPr>
              <a:xfrm>
                <a:off x="0" y="0"/>
                <a:ext cx="3300466" cy="1228336"/>
              </a:xfrm>
              <a:prstGeom prst="ellipse">
                <a:avLst/>
              </a:prstGeom>
              <a:solidFill>
                <a:schemeClr val="accent1"/>
              </a:solidFill>
              <a:ln w="9525" cap="flat">
                <a:solidFill>
                  <a:srgbClr val="000000"/>
                </a:solidFill>
                <a:prstDash val="solid"/>
                <a:round/>
              </a:ln>
              <a:effectLst>
                <a:outerShdw sx="100000" sy="100000" kx="0" ky="0" algn="b" rotWithShape="0" blurRad="0" dist="107762" dir="2700000">
                  <a:srgbClr val="6E8CB8">
                    <a:alpha val="50000"/>
                  </a:srgbClr>
                </a:outerShdw>
              </a:effectLst>
            </p:spPr>
            <p:txBody>
              <a:bodyPr wrap="square" lIns="45719" tIns="45719" rIns="45719" bIns="45719" numCol="1" anchor="ctr">
                <a:noAutofit/>
              </a:bodyPr>
              <a:lstStyle/>
              <a:p>
                <a:pPr algn="ctr"/>
              </a:p>
            </p:txBody>
          </p:sp>
          <p:sp>
            <p:nvSpPr>
              <p:cNvPr id="194" name="信息资产"/>
              <p:cNvSpPr txBox="1"/>
              <p:nvPr/>
            </p:nvSpPr>
            <p:spPr>
              <a:xfrm>
                <a:off x="988565" y="358900"/>
                <a:ext cx="1323335" cy="51053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7" tIns="45717" rIns="45717" bIns="45717" numCol="1" anchor="ctr">
                <a:spAutoFit/>
              </a:bodyPr>
              <a:lstStyle>
                <a:lvl1pPr algn="ctr">
                  <a:defRPr sz="2400">
                    <a:effectLst>
                      <a:outerShdw sx="100000" sy="100000" kx="0" ky="0" algn="b" rotWithShape="0" blurRad="38100" dist="38100" dir="2700000">
                        <a:srgbClr val="FFFFFF"/>
                      </a:outerShdw>
                    </a:effectLst>
                    <a:latin typeface="黑体"/>
                    <a:ea typeface="黑体"/>
                    <a:cs typeface="黑体"/>
                    <a:sym typeface="黑体"/>
                  </a:defRPr>
                </a:lvl1pPr>
              </a:lstStyle>
              <a:p>
                <a:pPr>
                  <a:defRPr b="1">
                    <a:latin typeface="Times New Roman"/>
                    <a:ea typeface="Times New Roman"/>
                    <a:cs typeface="Times New Roman"/>
                    <a:sym typeface="Times New Roman"/>
                  </a:defRPr>
                </a:pPr>
                <a:r>
                  <a:rPr b="0">
                    <a:latin typeface="黑体"/>
                    <a:ea typeface="黑体"/>
                    <a:cs typeface="黑体"/>
                    <a:sym typeface="黑体"/>
                  </a:rPr>
                  <a:t>信息资产</a:t>
                </a:r>
              </a:p>
            </p:txBody>
          </p:sp>
        </p:grpSp>
        <p:sp>
          <p:nvSpPr>
            <p:cNvPr id="196" name="Line 8"/>
            <p:cNvSpPr/>
            <p:nvPr/>
          </p:nvSpPr>
          <p:spPr>
            <a:xfrm>
              <a:off x="3342862" y="1472859"/>
              <a:ext cx="174314" cy="502415"/>
            </a:xfrm>
            <a:prstGeom prst="line">
              <a:avLst/>
            </a:prstGeom>
            <a:noFill/>
            <a:ln w="38100" cap="flat">
              <a:solidFill>
                <a:srgbClr val="44546A"/>
              </a:solidFill>
              <a:prstDash val="solid"/>
              <a:round/>
              <a:tailEnd type="triangle" w="med" len="med"/>
            </a:ln>
            <a:effectLst/>
          </p:spPr>
          <p:txBody>
            <a:bodyPr wrap="square" lIns="45719" tIns="45719" rIns="45719" bIns="45719" numCol="1" anchor="t">
              <a:noAutofit/>
            </a:bodyPr>
            <a:lstStyle/>
            <a:p>
              <a:pPr/>
            </a:p>
          </p:txBody>
        </p:sp>
        <p:grpSp>
          <p:nvGrpSpPr>
            <p:cNvPr id="199" name="Group 203"/>
            <p:cNvGrpSpPr/>
            <p:nvPr/>
          </p:nvGrpSpPr>
          <p:grpSpPr>
            <a:xfrm>
              <a:off x="6817642" y="1646697"/>
              <a:ext cx="1779785" cy="787054"/>
              <a:chOff x="0" y="0"/>
              <a:chExt cx="1779784" cy="787052"/>
            </a:xfrm>
          </p:grpSpPr>
          <p:pic>
            <p:nvPicPr>
              <p:cNvPr id="197" name="Object 17" descr="Object 17"/>
              <p:cNvPicPr>
                <a:picLocks noChangeAspect="1"/>
              </p:cNvPicPr>
              <p:nvPr/>
            </p:nvPicPr>
            <p:blipFill>
              <a:blip r:embed="rId2">
                <a:extLst/>
              </a:blip>
              <a:stretch>
                <a:fillRect/>
              </a:stretch>
            </p:blipFill>
            <p:spPr>
              <a:xfrm>
                <a:off x="0" y="173839"/>
                <a:ext cx="1061207" cy="613214"/>
              </a:xfrm>
              <a:prstGeom prst="rect">
                <a:avLst/>
              </a:prstGeom>
              <a:ln w="12700" cap="flat">
                <a:noFill/>
                <a:miter lim="400000"/>
              </a:ln>
              <a:effectLst/>
            </p:spPr>
          </p:pic>
          <p:sp>
            <p:nvSpPr>
              <p:cNvPr id="198" name="Text Box 21"/>
              <p:cNvSpPr txBox="1"/>
              <p:nvPr/>
            </p:nvSpPr>
            <p:spPr>
              <a:xfrm>
                <a:off x="654860" y="0"/>
                <a:ext cx="1124925" cy="345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b="1" sz="1400">
                    <a:solidFill>
                      <a:srgbClr val="FFFFFF"/>
                    </a:solidFill>
                    <a:effectLst>
                      <a:outerShdw sx="100000" sy="100000" kx="0" ky="0" algn="b" rotWithShape="0" blurRad="38100" dist="38100" dir="2700000">
                        <a:schemeClr val="accent3">
                          <a:lumOff val="10616"/>
                        </a:schemeClr>
                      </a:outerShdw>
                    </a:effectLst>
                    <a:latin typeface="+mj-lt"/>
                    <a:ea typeface="+mj-ea"/>
                    <a:cs typeface="+mj-cs"/>
                    <a:sym typeface="Helvetica"/>
                  </a:defRPr>
                </a:lvl1pPr>
              </a:lstStyle>
              <a:p>
                <a:pPr>
                  <a:defRPr>
                    <a:latin typeface="Times New Roman"/>
                    <a:ea typeface="Times New Roman"/>
                    <a:cs typeface="Times New Roman"/>
                    <a:sym typeface="Times New Roman"/>
                  </a:defRPr>
                </a:pPr>
                <a:r>
                  <a:rPr>
                    <a:latin typeface="+mj-lt"/>
                    <a:ea typeface="+mj-ea"/>
                    <a:cs typeface="+mj-cs"/>
                    <a:sym typeface="Helvetica"/>
                  </a:rPr>
                  <a:t>拒绝服务</a:t>
                </a:r>
              </a:p>
            </p:txBody>
          </p:sp>
        </p:grpSp>
        <p:grpSp>
          <p:nvGrpSpPr>
            <p:cNvPr id="202" name="Group 202"/>
            <p:cNvGrpSpPr/>
            <p:nvPr/>
          </p:nvGrpSpPr>
          <p:grpSpPr>
            <a:xfrm>
              <a:off x="6210418" y="693448"/>
              <a:ext cx="1605471" cy="865377"/>
              <a:chOff x="0" y="0"/>
              <a:chExt cx="1605470" cy="865375"/>
            </a:xfrm>
          </p:grpSpPr>
          <p:pic>
            <p:nvPicPr>
              <p:cNvPr id="200" name="Object 18" descr="Object 18"/>
              <p:cNvPicPr>
                <a:picLocks noChangeAspect="1"/>
              </p:cNvPicPr>
              <p:nvPr/>
            </p:nvPicPr>
            <p:blipFill>
              <a:blip r:embed="rId3">
                <a:extLst/>
              </a:blip>
              <a:stretch>
                <a:fillRect/>
              </a:stretch>
            </p:blipFill>
            <p:spPr>
              <a:xfrm>
                <a:off x="0" y="171928"/>
                <a:ext cx="478884" cy="693448"/>
              </a:xfrm>
              <a:prstGeom prst="rect">
                <a:avLst/>
              </a:prstGeom>
              <a:ln w="12700" cap="flat">
                <a:noFill/>
                <a:miter lim="400000"/>
              </a:ln>
              <a:effectLst/>
            </p:spPr>
          </p:pic>
          <p:sp>
            <p:nvSpPr>
              <p:cNvPr id="201" name="Text Box 22"/>
              <p:cNvSpPr txBox="1"/>
              <p:nvPr/>
            </p:nvSpPr>
            <p:spPr>
              <a:xfrm>
                <a:off x="480546" y="0"/>
                <a:ext cx="1124925" cy="345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b="1" sz="1400">
                    <a:solidFill>
                      <a:srgbClr val="FFFFFF"/>
                    </a:solidFill>
                    <a:effectLst>
                      <a:outerShdw sx="100000" sy="100000" kx="0" ky="0" algn="b" rotWithShape="0" blurRad="38100" dist="38100" dir="2700000">
                        <a:schemeClr val="accent3">
                          <a:lumOff val="10616"/>
                        </a:schemeClr>
                      </a:outerShdw>
                    </a:effectLst>
                    <a:latin typeface="+mj-lt"/>
                    <a:ea typeface="+mj-ea"/>
                    <a:cs typeface="+mj-cs"/>
                    <a:sym typeface="Helvetica"/>
                  </a:defRPr>
                </a:lvl1pPr>
              </a:lstStyle>
              <a:p>
                <a:pPr>
                  <a:defRPr>
                    <a:latin typeface="Times New Roman"/>
                    <a:ea typeface="Times New Roman"/>
                    <a:cs typeface="Times New Roman"/>
                    <a:sym typeface="Times New Roman"/>
                  </a:defRPr>
                </a:pPr>
                <a:r>
                  <a:rPr>
                    <a:latin typeface="+mj-lt"/>
                    <a:ea typeface="+mj-ea"/>
                    <a:cs typeface="+mj-cs"/>
                    <a:sym typeface="Helvetica"/>
                  </a:rPr>
                  <a:t>流氓软件</a:t>
                </a:r>
              </a:p>
            </p:txBody>
          </p:sp>
        </p:grpSp>
        <p:grpSp>
          <p:nvGrpSpPr>
            <p:cNvPr id="205" name="Group 185"/>
            <p:cNvGrpSpPr/>
            <p:nvPr/>
          </p:nvGrpSpPr>
          <p:grpSpPr>
            <a:xfrm>
              <a:off x="2518928" y="259805"/>
              <a:ext cx="1256845" cy="1127091"/>
              <a:chOff x="0" y="0"/>
              <a:chExt cx="1256844" cy="1127090"/>
            </a:xfrm>
          </p:grpSpPr>
          <p:pic>
            <p:nvPicPr>
              <p:cNvPr id="203" name="Object 19" descr="Object 19"/>
              <p:cNvPicPr>
                <a:picLocks noChangeAspect="1"/>
              </p:cNvPicPr>
              <p:nvPr/>
            </p:nvPicPr>
            <p:blipFill>
              <a:blip r:embed="rId4">
                <a:extLst/>
              </a:blip>
              <a:stretch>
                <a:fillRect/>
              </a:stretch>
            </p:blipFill>
            <p:spPr>
              <a:xfrm>
                <a:off x="214792" y="433643"/>
                <a:ext cx="1042053" cy="693448"/>
              </a:xfrm>
              <a:prstGeom prst="rect">
                <a:avLst/>
              </a:prstGeom>
              <a:ln w="12700" cap="flat">
                <a:noFill/>
                <a:miter lim="400000"/>
              </a:ln>
              <a:effectLst/>
            </p:spPr>
          </p:pic>
          <p:sp>
            <p:nvSpPr>
              <p:cNvPr id="204" name="Text Box 24"/>
              <p:cNvSpPr txBox="1"/>
              <p:nvPr/>
            </p:nvSpPr>
            <p:spPr>
              <a:xfrm>
                <a:off x="0" y="0"/>
                <a:ext cx="1211125" cy="345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b="1" sz="1400">
                    <a:solidFill>
                      <a:srgbClr val="FFFFFF"/>
                    </a:solidFill>
                    <a:effectLst>
                      <a:outerShdw sx="100000" sy="100000" kx="0" ky="0" algn="b" rotWithShape="0" blurRad="38100" dist="38100" dir="2700000">
                        <a:schemeClr val="accent3">
                          <a:lumOff val="10616"/>
                        </a:schemeClr>
                      </a:outerShdw>
                    </a:effectLst>
                    <a:latin typeface="+mj-lt"/>
                    <a:ea typeface="+mj-ea"/>
                    <a:cs typeface="+mj-cs"/>
                    <a:sym typeface="Helvetica"/>
                  </a:defRPr>
                </a:lvl1pPr>
              </a:lstStyle>
              <a:p>
                <a:pPr>
                  <a:defRPr>
                    <a:latin typeface="Times New Roman"/>
                    <a:ea typeface="Times New Roman"/>
                    <a:cs typeface="Times New Roman"/>
                    <a:sym typeface="Times New Roman"/>
                  </a:defRPr>
                </a:pPr>
                <a:r>
                  <a:rPr>
                    <a:latin typeface="+mj-lt"/>
                    <a:ea typeface="+mj-ea"/>
                    <a:cs typeface="+mj-cs"/>
                    <a:sym typeface="Helvetica"/>
                  </a:rPr>
                  <a:t>黑客渗透</a:t>
                </a:r>
              </a:p>
            </p:txBody>
          </p:sp>
        </p:grpSp>
        <p:grpSp>
          <p:nvGrpSpPr>
            <p:cNvPr id="208" name="Group 198"/>
            <p:cNvGrpSpPr/>
            <p:nvPr/>
          </p:nvGrpSpPr>
          <p:grpSpPr>
            <a:xfrm>
              <a:off x="955851" y="693448"/>
              <a:ext cx="1511611" cy="1134733"/>
              <a:chOff x="0" y="0"/>
              <a:chExt cx="1511610" cy="1134731"/>
            </a:xfrm>
          </p:grpSpPr>
          <p:sp>
            <p:nvSpPr>
              <p:cNvPr id="206" name="Text Box 20"/>
              <p:cNvSpPr txBox="1"/>
              <p:nvPr/>
            </p:nvSpPr>
            <p:spPr>
              <a:xfrm>
                <a:off x="0" y="0"/>
                <a:ext cx="1471637" cy="345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b="1" sz="1400">
                    <a:solidFill>
                      <a:srgbClr val="FFFFFF"/>
                    </a:solidFill>
                    <a:effectLst>
                      <a:outerShdw sx="100000" sy="100000" kx="0" ky="0" algn="b" rotWithShape="0" blurRad="38100" dist="38100" dir="2700000">
                        <a:schemeClr val="accent3">
                          <a:lumOff val="10616"/>
                        </a:schemeClr>
                      </a:outerShdw>
                    </a:effectLst>
                    <a:latin typeface="+mj-lt"/>
                    <a:ea typeface="+mj-ea"/>
                    <a:cs typeface="+mj-cs"/>
                    <a:sym typeface="Helvetica"/>
                  </a:defRPr>
                </a:lvl1pPr>
              </a:lstStyle>
              <a:p>
                <a:pPr>
                  <a:defRPr>
                    <a:latin typeface="Times New Roman"/>
                    <a:ea typeface="Times New Roman"/>
                    <a:cs typeface="Times New Roman"/>
                    <a:sym typeface="Times New Roman"/>
                  </a:defRPr>
                </a:pPr>
                <a:r>
                  <a:rPr>
                    <a:latin typeface="+mj-lt"/>
                    <a:ea typeface="+mj-ea"/>
                    <a:cs typeface="+mj-cs"/>
                    <a:sym typeface="Helvetica"/>
                  </a:rPr>
                  <a:t>内部人员威胁</a:t>
                </a:r>
              </a:p>
            </p:txBody>
          </p:sp>
          <p:pic>
            <p:nvPicPr>
              <p:cNvPr id="207" name="Object 20" descr="Object 20"/>
              <p:cNvPicPr>
                <a:picLocks noChangeAspect="1"/>
              </p:cNvPicPr>
              <p:nvPr/>
            </p:nvPicPr>
            <p:blipFill>
              <a:blip r:embed="rId5">
                <a:extLst/>
              </a:blip>
              <a:stretch>
                <a:fillRect/>
              </a:stretch>
            </p:blipFill>
            <p:spPr>
              <a:xfrm>
                <a:off x="561504" y="345768"/>
                <a:ext cx="950107" cy="788964"/>
              </a:xfrm>
              <a:prstGeom prst="rect">
                <a:avLst/>
              </a:prstGeom>
              <a:ln w="12700" cap="flat">
                <a:noFill/>
                <a:miter lim="400000"/>
              </a:ln>
              <a:effectLst/>
            </p:spPr>
          </p:pic>
        </p:grpSp>
        <p:grpSp>
          <p:nvGrpSpPr>
            <p:cNvPr id="211" name="Group 201"/>
            <p:cNvGrpSpPr/>
            <p:nvPr/>
          </p:nvGrpSpPr>
          <p:grpSpPr>
            <a:xfrm>
              <a:off x="3909607" y="-1"/>
              <a:ext cx="1211125" cy="1237890"/>
              <a:chOff x="0" y="0"/>
              <a:chExt cx="1211124" cy="1237888"/>
            </a:xfrm>
          </p:grpSpPr>
          <p:sp>
            <p:nvSpPr>
              <p:cNvPr id="209" name="Text Box 23"/>
              <p:cNvSpPr txBox="1"/>
              <p:nvPr/>
            </p:nvSpPr>
            <p:spPr>
              <a:xfrm>
                <a:off x="0" y="0"/>
                <a:ext cx="1211125" cy="345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b="1" sz="1400">
                    <a:solidFill>
                      <a:srgbClr val="FFFFFF"/>
                    </a:solidFill>
                    <a:effectLst>
                      <a:outerShdw sx="100000" sy="100000" kx="0" ky="0" algn="b" rotWithShape="0" blurRad="38100" dist="38100" dir="2700000">
                        <a:schemeClr val="accent3">
                          <a:lumOff val="10616"/>
                        </a:schemeClr>
                      </a:outerShdw>
                    </a:effectLst>
                    <a:latin typeface="+mj-lt"/>
                    <a:ea typeface="+mj-ea"/>
                    <a:cs typeface="+mj-cs"/>
                    <a:sym typeface="Helvetica"/>
                  </a:defRPr>
                </a:lvl1pPr>
              </a:lstStyle>
              <a:p>
                <a:pPr>
                  <a:defRPr>
                    <a:latin typeface="Times New Roman"/>
                    <a:ea typeface="Times New Roman"/>
                    <a:cs typeface="Times New Roman"/>
                    <a:sym typeface="Times New Roman"/>
                  </a:defRPr>
                </a:pPr>
                <a:r>
                  <a:rPr>
                    <a:latin typeface="+mj-lt"/>
                    <a:ea typeface="+mj-ea"/>
                    <a:cs typeface="+mj-cs"/>
                    <a:sym typeface="Helvetica"/>
                  </a:rPr>
                  <a:t>木马后门</a:t>
                </a:r>
              </a:p>
            </p:txBody>
          </p:sp>
          <p:pic>
            <p:nvPicPr>
              <p:cNvPr id="210" name="Picture 33" descr="Picture 33"/>
              <p:cNvPicPr>
                <a:picLocks noChangeAspect="1"/>
              </p:cNvPicPr>
              <p:nvPr/>
            </p:nvPicPr>
            <p:blipFill>
              <a:blip r:embed="rId6">
                <a:extLst/>
              </a:blip>
              <a:stretch>
                <a:fillRect/>
              </a:stretch>
            </p:blipFill>
            <p:spPr>
              <a:xfrm>
                <a:off x="40479" y="345768"/>
                <a:ext cx="955853" cy="892121"/>
              </a:xfrm>
              <a:prstGeom prst="rect">
                <a:avLst/>
              </a:prstGeom>
              <a:ln w="12700" cap="flat">
                <a:noFill/>
                <a:miter lim="400000"/>
              </a:ln>
              <a:effectLst/>
            </p:spPr>
          </p:pic>
        </p:grpSp>
        <p:grpSp>
          <p:nvGrpSpPr>
            <p:cNvPr id="214" name="Group 191"/>
            <p:cNvGrpSpPr/>
            <p:nvPr/>
          </p:nvGrpSpPr>
          <p:grpSpPr>
            <a:xfrm>
              <a:off x="4905939" y="85965"/>
              <a:ext cx="1693586" cy="1245531"/>
              <a:chOff x="0" y="0"/>
              <a:chExt cx="1693585" cy="1245530"/>
            </a:xfrm>
          </p:grpSpPr>
          <p:sp>
            <p:nvSpPr>
              <p:cNvPr id="212" name="Text Box 25"/>
              <p:cNvSpPr txBox="1"/>
              <p:nvPr/>
            </p:nvSpPr>
            <p:spPr>
              <a:xfrm>
                <a:off x="480546" y="0"/>
                <a:ext cx="1213040" cy="345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b="1" sz="1400">
                    <a:solidFill>
                      <a:srgbClr val="FFFFFF"/>
                    </a:solidFill>
                    <a:effectLst>
                      <a:outerShdw sx="100000" sy="100000" kx="0" ky="0" algn="b" rotWithShape="0" blurRad="38100" dist="38100" dir="2700000">
                        <a:schemeClr val="accent3">
                          <a:lumOff val="10616"/>
                        </a:schemeClr>
                      </a:outerShdw>
                    </a:effectLst>
                    <a:latin typeface="+mj-lt"/>
                    <a:ea typeface="+mj-ea"/>
                    <a:cs typeface="+mj-cs"/>
                    <a:sym typeface="Helvetica"/>
                  </a:defRPr>
                </a:lvl1pPr>
              </a:lstStyle>
              <a:p>
                <a:pPr>
                  <a:defRPr>
                    <a:latin typeface="Times New Roman"/>
                    <a:ea typeface="Times New Roman"/>
                    <a:cs typeface="Times New Roman"/>
                    <a:sym typeface="Times New Roman"/>
                  </a:defRPr>
                </a:pPr>
                <a:r>
                  <a:rPr>
                    <a:latin typeface="+mj-lt"/>
                    <a:ea typeface="+mj-ea"/>
                    <a:cs typeface="+mj-cs"/>
                    <a:sym typeface="Helvetica"/>
                  </a:rPr>
                  <a:t>病毒和蠕虫</a:t>
                </a:r>
              </a:p>
            </p:txBody>
          </p:sp>
          <p:pic>
            <p:nvPicPr>
              <p:cNvPr id="213" name="Picture 175" descr="Picture 175"/>
              <p:cNvPicPr>
                <a:picLocks noChangeAspect="1"/>
              </p:cNvPicPr>
              <p:nvPr/>
            </p:nvPicPr>
            <p:blipFill>
              <a:blip r:embed="rId7">
                <a:extLst/>
              </a:blip>
              <a:stretch>
                <a:fillRect/>
              </a:stretch>
            </p:blipFill>
            <p:spPr>
              <a:xfrm>
                <a:off x="0" y="433643"/>
                <a:ext cx="1042052" cy="811888"/>
              </a:xfrm>
              <a:prstGeom prst="rect">
                <a:avLst/>
              </a:prstGeom>
              <a:ln w="12700" cap="flat">
                <a:noFill/>
                <a:miter lim="400000"/>
              </a:ln>
              <a:effectLst/>
            </p:spPr>
          </p:pic>
        </p:grpSp>
        <p:grpSp>
          <p:nvGrpSpPr>
            <p:cNvPr id="217" name="Group 204"/>
            <p:cNvGrpSpPr/>
            <p:nvPr/>
          </p:nvGrpSpPr>
          <p:grpSpPr>
            <a:xfrm>
              <a:off x="6817642" y="2685914"/>
              <a:ext cx="2038383" cy="714461"/>
              <a:chOff x="0" y="0"/>
              <a:chExt cx="2038382" cy="714460"/>
            </a:xfrm>
          </p:grpSpPr>
          <p:pic>
            <p:nvPicPr>
              <p:cNvPr id="215" name="Object 21" descr="Object 21"/>
              <p:cNvPicPr>
                <a:picLocks noChangeAspect="1"/>
              </p:cNvPicPr>
              <p:nvPr/>
            </p:nvPicPr>
            <p:blipFill>
              <a:blip r:embed="rId8">
                <a:extLst/>
              </a:blip>
              <a:stretch>
                <a:fillRect/>
              </a:stretch>
            </p:blipFill>
            <p:spPr>
              <a:xfrm>
                <a:off x="0" y="0"/>
                <a:ext cx="1130166" cy="714461"/>
              </a:xfrm>
              <a:prstGeom prst="rect">
                <a:avLst/>
              </a:prstGeom>
              <a:ln w="12700" cap="flat">
                <a:noFill/>
                <a:miter lim="400000"/>
              </a:ln>
              <a:effectLst/>
            </p:spPr>
          </p:pic>
          <p:sp>
            <p:nvSpPr>
              <p:cNvPr id="216" name="Text Box 177"/>
              <p:cNvSpPr txBox="1"/>
              <p:nvPr/>
            </p:nvSpPr>
            <p:spPr>
              <a:xfrm>
                <a:off x="1001572" y="173839"/>
                <a:ext cx="1036811" cy="345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b="1" sz="1400">
                    <a:solidFill>
                      <a:srgbClr val="FFFFFF"/>
                    </a:solidFill>
                    <a:effectLst>
                      <a:outerShdw sx="100000" sy="100000" kx="0" ky="0" algn="b" rotWithShape="0" blurRad="38100" dist="38100" dir="2700000">
                        <a:schemeClr val="accent3">
                          <a:lumOff val="10616"/>
                        </a:schemeClr>
                      </a:outerShdw>
                    </a:effectLst>
                    <a:latin typeface="+mj-lt"/>
                    <a:ea typeface="+mj-ea"/>
                    <a:cs typeface="+mj-cs"/>
                    <a:sym typeface="Helvetica"/>
                  </a:defRPr>
                </a:lvl1pPr>
              </a:lstStyle>
              <a:p>
                <a:pPr>
                  <a:defRPr>
                    <a:latin typeface="Times New Roman"/>
                    <a:ea typeface="Times New Roman"/>
                    <a:cs typeface="Times New Roman"/>
                    <a:sym typeface="Times New Roman"/>
                  </a:defRPr>
                </a:pPr>
                <a:r>
                  <a:rPr>
                    <a:latin typeface="+mj-lt"/>
                    <a:ea typeface="+mj-ea"/>
                    <a:cs typeface="+mj-cs"/>
                    <a:sym typeface="Helvetica"/>
                  </a:rPr>
                  <a:t>社会工程学</a:t>
                </a:r>
              </a:p>
            </p:txBody>
          </p:sp>
        </p:grpSp>
        <p:grpSp>
          <p:nvGrpSpPr>
            <p:cNvPr id="220" name="Group 209"/>
            <p:cNvGrpSpPr/>
            <p:nvPr/>
          </p:nvGrpSpPr>
          <p:grpSpPr>
            <a:xfrm>
              <a:off x="0" y="2166305"/>
              <a:ext cx="1950268" cy="575009"/>
              <a:chOff x="0" y="0"/>
              <a:chExt cx="1950267" cy="575007"/>
            </a:xfrm>
          </p:grpSpPr>
          <p:pic>
            <p:nvPicPr>
              <p:cNvPr id="218" name="Picture 181" descr="Picture 181"/>
              <p:cNvPicPr>
                <a:picLocks noChangeAspect="1"/>
              </p:cNvPicPr>
              <p:nvPr/>
            </p:nvPicPr>
            <p:blipFill>
              <a:blip r:embed="rId9">
                <a:extLst/>
              </a:blip>
              <a:stretch>
                <a:fillRect/>
              </a:stretch>
            </p:blipFill>
            <p:spPr>
              <a:xfrm>
                <a:off x="905050" y="0"/>
                <a:ext cx="1045218" cy="575008"/>
              </a:xfrm>
              <a:prstGeom prst="rect">
                <a:avLst/>
              </a:prstGeom>
              <a:ln w="12700" cap="flat">
                <a:noFill/>
                <a:miter lim="400000"/>
              </a:ln>
              <a:effectLst>
                <a:outerShdw sx="100000" sy="100000" kx="0" ky="0" algn="b" rotWithShape="0" blurRad="0" dist="35921" dir="2700000">
                  <a:srgbClr val="E7E6E6"/>
                </a:outerShdw>
              </a:effectLst>
            </p:spPr>
          </p:pic>
          <p:sp>
            <p:nvSpPr>
              <p:cNvPr id="219" name="Text Box 183"/>
              <p:cNvSpPr txBox="1"/>
              <p:nvPr/>
            </p:nvSpPr>
            <p:spPr>
              <a:xfrm>
                <a:off x="0" y="0"/>
                <a:ext cx="1050323" cy="345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sz="1400">
                    <a:solidFill>
                      <a:srgbClr val="FFFFFF"/>
                    </a:solidFill>
                    <a:latin typeface="黑体"/>
                    <a:ea typeface="黑体"/>
                    <a:cs typeface="黑体"/>
                    <a:sym typeface="黑体"/>
                  </a:defRPr>
                </a:lvl1pPr>
              </a:lstStyle>
              <a:p>
                <a:pPr>
                  <a:defRPr>
                    <a:latin typeface="SimSun"/>
                    <a:ea typeface="SimSun"/>
                    <a:cs typeface="SimSun"/>
                    <a:sym typeface="SimSun"/>
                  </a:defRPr>
                </a:pPr>
                <a:r>
                  <a:rPr>
                    <a:latin typeface="黑体"/>
                    <a:ea typeface="黑体"/>
                    <a:cs typeface="黑体"/>
                    <a:sym typeface="黑体"/>
                  </a:rPr>
                  <a:t>系统漏洞</a:t>
                </a:r>
              </a:p>
            </p:txBody>
          </p:sp>
        </p:grpSp>
        <p:sp>
          <p:nvSpPr>
            <p:cNvPr id="221" name="Line 186"/>
            <p:cNvSpPr/>
            <p:nvPr/>
          </p:nvSpPr>
          <p:spPr>
            <a:xfrm>
              <a:off x="4298712" y="1299019"/>
              <a:ext cx="1" cy="588380"/>
            </a:xfrm>
            <a:prstGeom prst="line">
              <a:avLst/>
            </a:prstGeom>
            <a:noFill/>
            <a:ln w="38100" cap="flat">
              <a:solidFill>
                <a:srgbClr val="44546A"/>
              </a:solidFill>
              <a:prstDash val="solid"/>
              <a:round/>
              <a:tailEnd type="triangle" w="med" len="med"/>
            </a:ln>
            <a:effectLst/>
          </p:spPr>
          <p:txBody>
            <a:bodyPr wrap="square" lIns="45719" tIns="45719" rIns="45719" bIns="45719" numCol="1" anchor="t">
              <a:noAutofit/>
            </a:bodyPr>
            <a:lstStyle/>
            <a:p>
              <a:pPr/>
            </a:p>
          </p:txBody>
        </p:sp>
        <p:sp>
          <p:nvSpPr>
            <p:cNvPr id="222" name="Line 188"/>
            <p:cNvSpPr/>
            <p:nvPr/>
          </p:nvSpPr>
          <p:spPr>
            <a:xfrm flipH="1">
              <a:off x="4994053" y="1386895"/>
              <a:ext cx="174314" cy="588380"/>
            </a:xfrm>
            <a:prstGeom prst="line">
              <a:avLst/>
            </a:prstGeom>
            <a:noFill/>
            <a:ln w="38100" cap="flat">
              <a:solidFill>
                <a:srgbClr val="44546A"/>
              </a:solidFill>
              <a:prstDash val="solid"/>
              <a:round/>
              <a:tailEnd type="triangle" w="med" len="med"/>
            </a:ln>
            <a:effectLst/>
          </p:spPr>
          <p:txBody>
            <a:bodyPr wrap="square" lIns="45719" tIns="45719" rIns="45719" bIns="45719" numCol="1" anchor="t">
              <a:noAutofit/>
            </a:bodyPr>
            <a:lstStyle/>
            <a:p>
              <a:pPr/>
            </a:p>
          </p:txBody>
        </p:sp>
        <p:sp>
          <p:nvSpPr>
            <p:cNvPr id="223" name="Line 190"/>
            <p:cNvSpPr/>
            <p:nvPr/>
          </p:nvSpPr>
          <p:spPr>
            <a:xfrm flipH="1">
              <a:off x="5689393" y="1646698"/>
              <a:ext cx="432911" cy="500505"/>
            </a:xfrm>
            <a:prstGeom prst="line">
              <a:avLst/>
            </a:prstGeom>
            <a:noFill/>
            <a:ln w="38100" cap="flat">
              <a:solidFill>
                <a:srgbClr val="44546A"/>
              </a:solidFill>
              <a:prstDash val="solid"/>
              <a:round/>
              <a:tailEnd type="triangle" w="med" len="med"/>
            </a:ln>
            <a:effectLst/>
          </p:spPr>
          <p:txBody>
            <a:bodyPr wrap="square" lIns="45719" tIns="45719" rIns="45719" bIns="45719" numCol="1" anchor="t">
              <a:noAutofit/>
            </a:bodyPr>
            <a:lstStyle/>
            <a:p>
              <a:pPr/>
            </a:p>
          </p:txBody>
        </p:sp>
        <p:sp>
          <p:nvSpPr>
            <p:cNvPr id="224" name="Line 192"/>
            <p:cNvSpPr/>
            <p:nvPr/>
          </p:nvSpPr>
          <p:spPr>
            <a:xfrm flipH="1">
              <a:off x="6122303" y="2252270"/>
              <a:ext cx="609141" cy="242611"/>
            </a:xfrm>
            <a:prstGeom prst="line">
              <a:avLst/>
            </a:prstGeom>
            <a:noFill/>
            <a:ln w="38100" cap="flat">
              <a:solidFill>
                <a:srgbClr val="44546A"/>
              </a:solidFill>
              <a:prstDash val="solid"/>
              <a:round/>
              <a:tailEnd type="triangle" w="med" len="med"/>
            </a:ln>
            <a:effectLst/>
          </p:spPr>
          <p:txBody>
            <a:bodyPr wrap="square" lIns="45719" tIns="45719" rIns="45719" bIns="45719" numCol="1" anchor="t">
              <a:noAutofit/>
            </a:bodyPr>
            <a:lstStyle/>
            <a:p>
              <a:pPr/>
            </a:p>
          </p:txBody>
        </p:sp>
        <p:sp>
          <p:nvSpPr>
            <p:cNvPr id="225" name="Line 194"/>
            <p:cNvSpPr/>
            <p:nvPr/>
          </p:nvSpPr>
          <p:spPr>
            <a:xfrm flipH="1" flipV="1">
              <a:off x="6122304" y="2859755"/>
              <a:ext cx="695340" cy="85964"/>
            </a:xfrm>
            <a:prstGeom prst="line">
              <a:avLst/>
            </a:prstGeom>
            <a:noFill/>
            <a:ln w="38100" cap="flat">
              <a:solidFill>
                <a:srgbClr val="44546A"/>
              </a:solidFill>
              <a:prstDash val="solid"/>
              <a:round/>
              <a:tailEnd type="triangle" w="med" len="med"/>
            </a:ln>
            <a:effectLst/>
          </p:spPr>
          <p:txBody>
            <a:bodyPr wrap="square" lIns="45719" tIns="45719" rIns="45719" bIns="45719" numCol="1" anchor="t">
              <a:noAutofit/>
            </a:bodyPr>
            <a:lstStyle/>
            <a:p>
              <a:pPr/>
            </a:p>
          </p:txBody>
        </p:sp>
        <p:sp>
          <p:nvSpPr>
            <p:cNvPr id="226" name="Line 196"/>
            <p:cNvSpPr/>
            <p:nvPr/>
          </p:nvSpPr>
          <p:spPr>
            <a:xfrm>
              <a:off x="2473208" y="1818627"/>
              <a:ext cx="434826" cy="347679"/>
            </a:xfrm>
            <a:prstGeom prst="line">
              <a:avLst/>
            </a:prstGeom>
            <a:noFill/>
            <a:ln w="38100" cap="flat">
              <a:solidFill>
                <a:srgbClr val="44546A"/>
              </a:solidFill>
              <a:prstDash val="solid"/>
              <a:round/>
              <a:tailEnd type="triangle" w="med" len="med"/>
            </a:ln>
            <a:effectLst/>
          </p:spPr>
          <p:txBody>
            <a:bodyPr wrap="square" lIns="45719" tIns="45719" rIns="45719" bIns="45719" numCol="1" anchor="t">
              <a:noAutofit/>
            </a:bodyPr>
            <a:lstStyle/>
            <a:p>
              <a:pPr/>
            </a:p>
          </p:txBody>
        </p:sp>
        <p:sp>
          <p:nvSpPr>
            <p:cNvPr id="227" name="Line 199"/>
            <p:cNvSpPr/>
            <p:nvPr/>
          </p:nvSpPr>
          <p:spPr>
            <a:xfrm>
              <a:off x="1952182" y="2512074"/>
              <a:ext cx="607225" cy="66861"/>
            </a:xfrm>
            <a:prstGeom prst="line">
              <a:avLst/>
            </a:prstGeom>
            <a:noFill/>
            <a:ln w="38100" cap="flat">
              <a:solidFill>
                <a:srgbClr val="0563C1"/>
              </a:solidFill>
              <a:prstDash val="solid"/>
              <a:round/>
              <a:tailEnd type="triangle" w="med" len="med"/>
            </a:ln>
            <a:effectLst/>
          </p:spPr>
          <p:txBody>
            <a:bodyPr wrap="square" lIns="45719" tIns="45719" rIns="45719" bIns="45719" numCol="1" anchor="t">
              <a:noAutofit/>
            </a:bodyPr>
            <a:lstStyle/>
            <a:p>
              <a:pPr/>
            </a:p>
          </p:txBody>
        </p:sp>
        <p:sp>
          <p:nvSpPr>
            <p:cNvPr id="228" name="Line 206"/>
            <p:cNvSpPr/>
            <p:nvPr/>
          </p:nvSpPr>
          <p:spPr>
            <a:xfrm flipV="1">
              <a:off x="2126497" y="3012579"/>
              <a:ext cx="693424" cy="280817"/>
            </a:xfrm>
            <a:prstGeom prst="line">
              <a:avLst/>
            </a:prstGeom>
            <a:noFill/>
            <a:ln w="38100" cap="flat">
              <a:solidFill>
                <a:srgbClr val="0563C1"/>
              </a:solidFill>
              <a:prstDash val="solid"/>
              <a:round/>
              <a:tailEnd type="triangle" w="med" len="med"/>
            </a:ln>
            <a:effectLst/>
          </p:spPr>
          <p:txBody>
            <a:bodyPr wrap="square" lIns="45719" tIns="45719" rIns="45719" bIns="45719" numCol="1" anchor="t">
              <a:noAutofit/>
            </a:bodyPr>
            <a:lstStyle/>
            <a:p>
              <a:pPr/>
            </a:p>
          </p:txBody>
        </p:sp>
        <p:grpSp>
          <p:nvGrpSpPr>
            <p:cNvPr id="231" name="Group 208"/>
            <p:cNvGrpSpPr/>
            <p:nvPr/>
          </p:nvGrpSpPr>
          <p:grpSpPr>
            <a:xfrm>
              <a:off x="521025" y="3205521"/>
              <a:ext cx="1515443" cy="1038889"/>
              <a:chOff x="0" y="0"/>
              <a:chExt cx="1515441" cy="1038887"/>
            </a:xfrm>
          </p:grpSpPr>
          <p:sp>
            <p:nvSpPr>
              <p:cNvPr id="229" name="Text Box 28"/>
              <p:cNvSpPr txBox="1"/>
              <p:nvPr/>
            </p:nvSpPr>
            <p:spPr>
              <a:xfrm>
                <a:off x="0" y="693447"/>
                <a:ext cx="1048305" cy="345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b="1" sz="1400">
                    <a:solidFill>
                      <a:srgbClr val="FFFFFF"/>
                    </a:solidFill>
                    <a:effectLst>
                      <a:outerShdw sx="100000" sy="100000" kx="0" ky="0" algn="b" rotWithShape="0" blurRad="38100" dist="38100" dir="2700000">
                        <a:schemeClr val="accent3">
                          <a:lumOff val="10616"/>
                        </a:schemeClr>
                      </a:outerShdw>
                    </a:effectLst>
                    <a:latin typeface="+mj-lt"/>
                    <a:ea typeface="+mj-ea"/>
                    <a:cs typeface="+mj-cs"/>
                    <a:sym typeface="Helvetica"/>
                  </a:defRPr>
                </a:lvl1pPr>
              </a:lstStyle>
              <a:p>
                <a:pPr>
                  <a:defRPr>
                    <a:latin typeface="Times New Roman"/>
                    <a:ea typeface="Times New Roman"/>
                    <a:cs typeface="Times New Roman"/>
                    <a:sym typeface="Times New Roman"/>
                  </a:defRPr>
                </a:pPr>
                <a:r>
                  <a:rPr>
                    <a:latin typeface="+mj-lt"/>
                    <a:ea typeface="+mj-ea"/>
                    <a:cs typeface="+mj-cs"/>
                    <a:sym typeface="Helvetica"/>
                  </a:rPr>
                  <a:t>硬件故障</a:t>
                </a:r>
              </a:p>
            </p:txBody>
          </p:sp>
          <p:pic>
            <p:nvPicPr>
              <p:cNvPr id="230" name="Picture 207" descr="Picture 207"/>
              <p:cNvPicPr>
                <a:picLocks noChangeAspect="1"/>
              </p:cNvPicPr>
              <p:nvPr/>
            </p:nvPicPr>
            <p:blipFill>
              <a:blip r:embed="rId10">
                <a:extLst/>
              </a:blip>
              <a:stretch>
                <a:fillRect/>
              </a:stretch>
            </p:blipFill>
            <p:spPr>
              <a:xfrm>
                <a:off x="735818" y="0"/>
                <a:ext cx="779624" cy="811888"/>
              </a:xfrm>
              <a:prstGeom prst="rect">
                <a:avLst/>
              </a:prstGeom>
              <a:ln w="12700" cap="flat">
                <a:noFill/>
                <a:miter lim="400000"/>
              </a:ln>
              <a:effectLst/>
            </p:spPr>
          </p:pic>
        </p:grpSp>
        <p:grpSp>
          <p:nvGrpSpPr>
            <p:cNvPr id="234" name="Group 213"/>
            <p:cNvGrpSpPr/>
            <p:nvPr/>
          </p:nvGrpSpPr>
          <p:grpSpPr>
            <a:xfrm>
              <a:off x="1911703" y="3725129"/>
              <a:ext cx="1557837" cy="1472531"/>
              <a:chOff x="0" y="0"/>
              <a:chExt cx="1557836" cy="1472530"/>
            </a:xfrm>
          </p:grpSpPr>
          <p:pic>
            <p:nvPicPr>
              <p:cNvPr id="232" name="Picture 210" descr="Picture 210"/>
              <p:cNvPicPr>
                <a:picLocks noChangeAspect="1"/>
              </p:cNvPicPr>
              <p:nvPr/>
            </p:nvPicPr>
            <p:blipFill>
              <a:blip r:embed="rId11">
                <a:extLst/>
              </a:blip>
              <a:stretch>
                <a:fillRect/>
              </a:stretch>
            </p:blipFill>
            <p:spPr>
              <a:xfrm>
                <a:off x="475305" y="0"/>
                <a:ext cx="1009489" cy="1113718"/>
              </a:xfrm>
              <a:prstGeom prst="rect">
                <a:avLst/>
              </a:prstGeom>
              <a:ln w="12700" cap="flat">
                <a:noFill/>
                <a:miter lim="400000"/>
              </a:ln>
              <a:effectLst/>
            </p:spPr>
          </p:pic>
          <p:sp>
            <p:nvSpPr>
              <p:cNvPr id="233" name="Text Box 212"/>
              <p:cNvSpPr txBox="1"/>
              <p:nvPr/>
            </p:nvSpPr>
            <p:spPr>
              <a:xfrm>
                <a:off x="0" y="1127090"/>
                <a:ext cx="1557837" cy="345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b="1" sz="1400">
                    <a:solidFill>
                      <a:srgbClr val="FFFFFF"/>
                    </a:solidFill>
                    <a:effectLst>
                      <a:outerShdw sx="100000" sy="100000" kx="0" ky="0" algn="b" rotWithShape="0" blurRad="38100" dist="38100" dir="2700000">
                        <a:schemeClr val="accent3">
                          <a:lumOff val="10616"/>
                        </a:schemeClr>
                      </a:outerShdw>
                    </a:effectLst>
                    <a:latin typeface="+mj-lt"/>
                    <a:ea typeface="+mj-ea"/>
                    <a:cs typeface="+mj-cs"/>
                    <a:sym typeface="Helvetica"/>
                  </a:defRPr>
                </a:lvl1pPr>
              </a:lstStyle>
              <a:p>
                <a:pPr>
                  <a:defRPr>
                    <a:latin typeface="Times New Roman"/>
                    <a:ea typeface="Times New Roman"/>
                    <a:cs typeface="Times New Roman"/>
                    <a:sym typeface="Times New Roman"/>
                  </a:defRPr>
                </a:pPr>
                <a:r>
                  <a:rPr>
                    <a:latin typeface="+mj-lt"/>
                    <a:ea typeface="+mj-ea"/>
                    <a:cs typeface="+mj-cs"/>
                    <a:sym typeface="Helvetica"/>
                  </a:rPr>
                  <a:t>网络通信故障</a:t>
                </a:r>
              </a:p>
            </p:txBody>
          </p:sp>
        </p:grpSp>
        <p:sp>
          <p:nvSpPr>
            <p:cNvPr id="235" name="Line 211"/>
            <p:cNvSpPr/>
            <p:nvPr/>
          </p:nvSpPr>
          <p:spPr>
            <a:xfrm flipV="1">
              <a:off x="3082349" y="3272383"/>
              <a:ext cx="258597" cy="626586"/>
            </a:xfrm>
            <a:prstGeom prst="line">
              <a:avLst/>
            </a:prstGeom>
            <a:noFill/>
            <a:ln w="38100" cap="flat">
              <a:solidFill>
                <a:srgbClr val="0563C1"/>
              </a:solidFill>
              <a:prstDash val="solid"/>
              <a:round/>
              <a:tailEnd type="triangle" w="med" len="med"/>
            </a:ln>
            <a:effectLst/>
          </p:spPr>
          <p:txBody>
            <a:bodyPr wrap="square" lIns="45719" tIns="45719" rIns="45719" bIns="45719" numCol="1" anchor="t">
              <a:noAutofit/>
            </a:bodyPr>
            <a:lstStyle/>
            <a:p>
              <a:pPr/>
            </a:p>
          </p:txBody>
        </p:sp>
        <p:sp>
          <p:nvSpPr>
            <p:cNvPr id="236" name="Line 215"/>
            <p:cNvSpPr/>
            <p:nvPr/>
          </p:nvSpPr>
          <p:spPr>
            <a:xfrm flipV="1">
              <a:off x="4038200" y="3379360"/>
              <a:ext cx="86200" cy="693447"/>
            </a:xfrm>
            <a:prstGeom prst="line">
              <a:avLst/>
            </a:prstGeom>
            <a:noFill/>
            <a:ln w="38100" cap="flat">
              <a:solidFill>
                <a:srgbClr val="E7E6E6"/>
              </a:solidFill>
              <a:prstDash val="solid"/>
              <a:round/>
              <a:tailEnd type="triangle" w="med" len="med"/>
            </a:ln>
            <a:effectLst/>
          </p:spPr>
          <p:txBody>
            <a:bodyPr wrap="square" lIns="45719" tIns="45719" rIns="45719" bIns="45719" numCol="1" anchor="t">
              <a:noAutofit/>
            </a:bodyPr>
            <a:lstStyle/>
            <a:p>
              <a:pPr/>
            </a:p>
          </p:txBody>
        </p:sp>
        <p:grpSp>
          <p:nvGrpSpPr>
            <p:cNvPr id="239" name="Group 218"/>
            <p:cNvGrpSpPr/>
            <p:nvPr/>
          </p:nvGrpSpPr>
          <p:grpSpPr>
            <a:xfrm>
              <a:off x="3474780" y="4158773"/>
              <a:ext cx="1038726" cy="1298691"/>
              <a:chOff x="0" y="0"/>
              <a:chExt cx="1038725" cy="1298690"/>
            </a:xfrm>
          </p:grpSpPr>
          <p:sp>
            <p:nvSpPr>
              <p:cNvPr id="237" name="Text Box 180"/>
              <p:cNvSpPr txBox="1"/>
              <p:nvPr/>
            </p:nvSpPr>
            <p:spPr>
              <a:xfrm>
                <a:off x="0" y="953250"/>
                <a:ext cx="1038726" cy="345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b="1" sz="1400">
                    <a:solidFill>
                      <a:srgbClr val="FFFFFF"/>
                    </a:solidFill>
                    <a:effectLst>
                      <a:outerShdw sx="100000" sy="100000" kx="0" ky="0" algn="b" rotWithShape="0" blurRad="38100" dist="38100" dir="2700000">
                        <a:schemeClr val="accent3">
                          <a:lumOff val="10616"/>
                        </a:schemeClr>
                      </a:outerShdw>
                    </a:effectLst>
                    <a:latin typeface="+mj-lt"/>
                    <a:ea typeface="+mj-ea"/>
                    <a:cs typeface="+mj-cs"/>
                    <a:sym typeface="Helvetica"/>
                  </a:defRPr>
                </a:lvl1pPr>
              </a:lstStyle>
              <a:p>
                <a:pPr>
                  <a:defRPr>
                    <a:latin typeface="Times New Roman"/>
                    <a:ea typeface="Times New Roman"/>
                    <a:cs typeface="Times New Roman"/>
                    <a:sym typeface="Times New Roman"/>
                  </a:defRPr>
                </a:pPr>
                <a:r>
                  <a:rPr>
                    <a:latin typeface="+mj-lt"/>
                    <a:ea typeface="+mj-ea"/>
                    <a:cs typeface="+mj-cs"/>
                    <a:sym typeface="Helvetica"/>
                  </a:rPr>
                  <a:t>供电中断</a:t>
                </a:r>
              </a:p>
            </p:txBody>
          </p:sp>
          <p:pic>
            <p:nvPicPr>
              <p:cNvPr id="238" name="Picture 216" descr="Picture 216"/>
              <p:cNvPicPr>
                <a:picLocks noChangeAspect="1"/>
              </p:cNvPicPr>
              <p:nvPr/>
            </p:nvPicPr>
            <p:blipFill>
              <a:blip r:embed="rId12">
                <a:extLst/>
              </a:blip>
              <a:stretch>
                <a:fillRect/>
              </a:stretch>
            </p:blipFill>
            <p:spPr>
              <a:xfrm>
                <a:off x="40479" y="0"/>
                <a:ext cx="898387" cy="936058"/>
              </a:xfrm>
              <a:prstGeom prst="rect">
                <a:avLst/>
              </a:prstGeom>
              <a:ln w="12700" cap="flat">
                <a:noFill/>
                <a:miter lim="400000"/>
              </a:ln>
              <a:effectLst/>
            </p:spPr>
          </p:pic>
        </p:grpSp>
        <p:sp>
          <p:nvSpPr>
            <p:cNvPr id="240" name="Line 219"/>
            <p:cNvSpPr/>
            <p:nvPr/>
          </p:nvSpPr>
          <p:spPr>
            <a:xfrm flipH="1" flipV="1">
              <a:off x="4731625" y="3379360"/>
              <a:ext cx="88115" cy="693447"/>
            </a:xfrm>
            <a:prstGeom prst="line">
              <a:avLst/>
            </a:prstGeom>
            <a:noFill/>
            <a:ln w="38100" cap="flat">
              <a:solidFill>
                <a:srgbClr val="E7E6E6"/>
              </a:solidFill>
              <a:prstDash val="solid"/>
              <a:round/>
              <a:tailEnd type="triangle" w="med" len="med"/>
            </a:ln>
            <a:effectLst/>
          </p:spPr>
          <p:txBody>
            <a:bodyPr wrap="square" lIns="45719" tIns="45719" rIns="45719" bIns="45719" numCol="1" anchor="t">
              <a:noAutofit/>
            </a:bodyPr>
            <a:lstStyle/>
            <a:p>
              <a:pPr/>
            </a:p>
          </p:txBody>
        </p:sp>
        <p:grpSp>
          <p:nvGrpSpPr>
            <p:cNvPr id="243" name="Group 222"/>
            <p:cNvGrpSpPr/>
            <p:nvPr/>
          </p:nvGrpSpPr>
          <p:grpSpPr>
            <a:xfrm>
              <a:off x="4559225" y="4158773"/>
              <a:ext cx="910133" cy="1212727"/>
              <a:chOff x="0" y="0"/>
              <a:chExt cx="910131" cy="1212726"/>
            </a:xfrm>
          </p:grpSpPr>
          <p:sp>
            <p:nvSpPr>
              <p:cNvPr id="241" name="Text Box 217"/>
              <p:cNvSpPr txBox="1"/>
              <p:nvPr/>
            </p:nvSpPr>
            <p:spPr>
              <a:xfrm>
                <a:off x="220033" y="867286"/>
                <a:ext cx="690099" cy="345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b="1" sz="1400">
                    <a:solidFill>
                      <a:srgbClr val="FFFFFF"/>
                    </a:solidFill>
                    <a:effectLst>
                      <a:outerShdw sx="100000" sy="100000" kx="0" ky="0" algn="b" rotWithShape="0" blurRad="38100" dist="38100" dir="2700000">
                        <a:schemeClr val="accent3">
                          <a:lumOff val="10616"/>
                        </a:schemeClr>
                      </a:outerShdw>
                    </a:effectLst>
                    <a:latin typeface="+mj-lt"/>
                    <a:ea typeface="+mj-ea"/>
                    <a:cs typeface="+mj-cs"/>
                    <a:sym typeface="Helvetica"/>
                  </a:defRPr>
                </a:lvl1pPr>
              </a:lstStyle>
              <a:p>
                <a:pPr>
                  <a:defRPr>
                    <a:latin typeface="Times New Roman"/>
                    <a:ea typeface="Times New Roman"/>
                    <a:cs typeface="Times New Roman"/>
                    <a:sym typeface="Times New Roman"/>
                  </a:defRPr>
                </a:pPr>
                <a:r>
                  <a:rPr>
                    <a:latin typeface="+mj-lt"/>
                    <a:ea typeface="+mj-ea"/>
                    <a:cs typeface="+mj-cs"/>
                    <a:sym typeface="Helvetica"/>
                  </a:rPr>
                  <a:t>失火</a:t>
                </a:r>
              </a:p>
            </p:txBody>
          </p:sp>
          <p:pic>
            <p:nvPicPr>
              <p:cNvPr id="242" name="Picture 220" descr="Picture 220"/>
              <p:cNvPicPr>
                <a:picLocks noChangeAspect="1"/>
              </p:cNvPicPr>
              <p:nvPr/>
            </p:nvPicPr>
            <p:blipFill>
              <a:blip r:embed="rId13">
                <a:extLst/>
              </a:blip>
              <a:stretch>
                <a:fillRect/>
              </a:stretch>
            </p:blipFill>
            <p:spPr>
              <a:xfrm>
                <a:off x="0" y="0"/>
                <a:ext cx="764300" cy="867287"/>
              </a:xfrm>
              <a:prstGeom prst="rect">
                <a:avLst/>
              </a:prstGeom>
              <a:ln w="12700" cap="flat">
                <a:noFill/>
                <a:miter lim="400000"/>
              </a:ln>
              <a:effectLst/>
            </p:spPr>
          </p:pic>
        </p:grpSp>
        <p:grpSp>
          <p:nvGrpSpPr>
            <p:cNvPr id="246" name="Group 225"/>
            <p:cNvGrpSpPr/>
            <p:nvPr/>
          </p:nvGrpSpPr>
          <p:grpSpPr>
            <a:xfrm>
              <a:off x="5515078" y="4072808"/>
              <a:ext cx="996332" cy="1038888"/>
              <a:chOff x="0" y="0"/>
              <a:chExt cx="996330" cy="1038887"/>
            </a:xfrm>
          </p:grpSpPr>
          <p:pic>
            <p:nvPicPr>
              <p:cNvPr id="244" name="Picture 178" descr="Picture 178"/>
              <p:cNvPicPr>
                <a:picLocks noChangeAspect="1"/>
              </p:cNvPicPr>
              <p:nvPr/>
            </p:nvPicPr>
            <p:blipFill>
              <a:blip r:embed="rId14">
                <a:extLst/>
              </a:blip>
              <a:stretch>
                <a:fillRect/>
              </a:stretch>
            </p:blipFill>
            <p:spPr>
              <a:xfrm>
                <a:off x="0" y="0"/>
                <a:ext cx="660860" cy="693448"/>
              </a:xfrm>
              <a:prstGeom prst="rect">
                <a:avLst/>
              </a:prstGeom>
              <a:ln w="12700" cap="flat">
                <a:noFill/>
                <a:miter lim="400000"/>
              </a:ln>
              <a:effectLst/>
            </p:spPr>
          </p:pic>
          <p:sp>
            <p:nvSpPr>
              <p:cNvPr id="245" name="Text Box 221"/>
              <p:cNvSpPr txBox="1"/>
              <p:nvPr/>
            </p:nvSpPr>
            <p:spPr>
              <a:xfrm>
                <a:off x="306232" y="693447"/>
                <a:ext cx="690099" cy="345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sz="1400">
                    <a:solidFill>
                      <a:srgbClr val="FFFFFF"/>
                    </a:solidFill>
                    <a:latin typeface="黑体"/>
                    <a:ea typeface="黑体"/>
                    <a:cs typeface="黑体"/>
                    <a:sym typeface="黑体"/>
                  </a:defRPr>
                </a:lvl1pPr>
              </a:lstStyle>
              <a:p>
                <a:pPr>
                  <a:defRPr b="1">
                    <a:latin typeface="Times New Roman"/>
                    <a:ea typeface="Times New Roman"/>
                    <a:cs typeface="Times New Roman"/>
                    <a:sym typeface="Times New Roman"/>
                  </a:defRPr>
                </a:pPr>
                <a:r>
                  <a:rPr b="0">
                    <a:latin typeface="黑体"/>
                    <a:ea typeface="黑体"/>
                    <a:cs typeface="黑体"/>
                    <a:sym typeface="黑体"/>
                  </a:rPr>
                  <a:t>雷雨</a:t>
                </a:r>
              </a:p>
            </p:txBody>
          </p:sp>
        </p:grpSp>
        <p:sp>
          <p:nvSpPr>
            <p:cNvPr id="247" name="Line 223"/>
            <p:cNvSpPr/>
            <p:nvPr/>
          </p:nvSpPr>
          <p:spPr>
            <a:xfrm flipH="1" flipV="1">
              <a:off x="5340765" y="3293397"/>
              <a:ext cx="260513" cy="691537"/>
            </a:xfrm>
            <a:prstGeom prst="line">
              <a:avLst/>
            </a:prstGeom>
            <a:noFill/>
            <a:ln w="38100" cap="flat">
              <a:solidFill>
                <a:srgbClr val="954F72"/>
              </a:solidFill>
              <a:prstDash val="solid"/>
              <a:round/>
              <a:tailEnd type="triangle" w="med" len="med"/>
            </a:ln>
            <a:effectLst/>
          </p:spPr>
          <p:txBody>
            <a:bodyPr wrap="square" lIns="45719" tIns="45719" rIns="45719" bIns="45719" numCol="1" anchor="t">
              <a:noAutofit/>
            </a:bodyPr>
            <a:lstStyle/>
            <a:p>
              <a:pPr/>
            </a:p>
          </p:txBody>
        </p:sp>
        <p:grpSp>
          <p:nvGrpSpPr>
            <p:cNvPr id="250" name="Group 228"/>
            <p:cNvGrpSpPr/>
            <p:nvPr/>
          </p:nvGrpSpPr>
          <p:grpSpPr>
            <a:xfrm>
              <a:off x="6384732" y="3553199"/>
              <a:ext cx="1429243" cy="1210817"/>
              <a:chOff x="0" y="0"/>
              <a:chExt cx="1429241" cy="1210816"/>
            </a:xfrm>
          </p:grpSpPr>
          <p:sp>
            <p:nvSpPr>
              <p:cNvPr id="248" name="Text Box 224"/>
              <p:cNvSpPr txBox="1"/>
              <p:nvPr/>
            </p:nvSpPr>
            <p:spPr>
              <a:xfrm>
                <a:off x="739143" y="865376"/>
                <a:ext cx="690099" cy="345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spcBef>
                    <a:spcPts val="800"/>
                  </a:spcBef>
                  <a:defRPr b="1" sz="1400">
                    <a:solidFill>
                      <a:srgbClr val="FFFFFF"/>
                    </a:solidFill>
                    <a:effectLst>
                      <a:outerShdw sx="100000" sy="100000" kx="0" ky="0" algn="b" rotWithShape="0" blurRad="38100" dist="38100" dir="2700000">
                        <a:schemeClr val="accent3">
                          <a:lumOff val="10616"/>
                        </a:schemeClr>
                      </a:outerShdw>
                    </a:effectLst>
                    <a:latin typeface="+mj-lt"/>
                    <a:ea typeface="+mj-ea"/>
                    <a:cs typeface="+mj-cs"/>
                    <a:sym typeface="Helvetica"/>
                  </a:defRPr>
                </a:lvl1pPr>
              </a:lstStyle>
              <a:p>
                <a:pPr>
                  <a:defRPr>
                    <a:latin typeface="Times New Roman"/>
                    <a:ea typeface="Times New Roman"/>
                    <a:cs typeface="Times New Roman"/>
                    <a:sym typeface="Times New Roman"/>
                  </a:defRPr>
                </a:pPr>
                <a:r>
                  <a:rPr>
                    <a:latin typeface="+mj-lt"/>
                    <a:ea typeface="+mj-ea"/>
                    <a:cs typeface="+mj-cs"/>
                    <a:sym typeface="Helvetica"/>
                  </a:rPr>
                  <a:t>地震</a:t>
                </a:r>
              </a:p>
            </p:txBody>
          </p:sp>
          <p:pic>
            <p:nvPicPr>
              <p:cNvPr id="249" name="Picture 226" descr="Picture 226"/>
              <p:cNvPicPr>
                <a:picLocks noChangeAspect="1"/>
              </p:cNvPicPr>
              <p:nvPr/>
            </p:nvPicPr>
            <p:blipFill>
              <a:blip r:embed="rId15">
                <a:extLst/>
              </a:blip>
              <a:stretch>
                <a:fillRect/>
              </a:stretch>
            </p:blipFill>
            <p:spPr>
              <a:xfrm>
                <a:off x="0" y="0"/>
                <a:ext cx="766215" cy="903583"/>
              </a:xfrm>
              <a:prstGeom prst="rect">
                <a:avLst/>
              </a:prstGeom>
              <a:ln w="12700" cap="flat">
                <a:noFill/>
                <a:miter lim="400000"/>
              </a:ln>
              <a:effectLst/>
            </p:spPr>
          </p:pic>
        </p:grpSp>
        <p:sp>
          <p:nvSpPr>
            <p:cNvPr id="251" name="Line 227"/>
            <p:cNvSpPr/>
            <p:nvPr/>
          </p:nvSpPr>
          <p:spPr>
            <a:xfrm flipH="1" flipV="1">
              <a:off x="5775592" y="3119557"/>
              <a:ext cx="609141" cy="605572"/>
            </a:xfrm>
            <a:prstGeom prst="line">
              <a:avLst/>
            </a:prstGeom>
            <a:noFill/>
            <a:ln w="38100" cap="flat">
              <a:solidFill>
                <a:srgbClr val="954F72"/>
              </a:solidFill>
              <a:prstDash val="solid"/>
              <a:round/>
              <a:tailEnd type="triangle" w="med" len="med"/>
            </a:ln>
            <a:effectLst/>
          </p:spPr>
          <p:txBody>
            <a:bodyPr wrap="square" lIns="45719" tIns="45719" rIns="45719" bIns="45719" numCol="1" anchor="t">
              <a:noAutofit/>
            </a:bodyPr>
            <a:lstStyle/>
            <a:p>
              <a:pPr/>
            </a:p>
          </p:txBody>
        </p:sp>
      </p:gr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标题 1"/>
          <p:cNvSpPr txBox="1"/>
          <p:nvPr>
            <p:ph type="title"/>
          </p:nvPr>
        </p:nvSpPr>
        <p:spPr>
          <a:prstGeom prst="rect">
            <a:avLst/>
          </a:prstGeom>
        </p:spPr>
        <p:txBody>
          <a:bodyPr/>
          <a:lstStyle>
            <a:lvl1pPr defTabSz="704087">
              <a:defRPr sz="2772"/>
            </a:lvl1pPr>
          </a:lstStyle>
          <a:p>
            <a:pPr/>
            <a:r>
              <a:t>口令安全：弱口令</a:t>
            </a:r>
          </a:p>
        </p:txBody>
      </p:sp>
      <p:sp>
        <p:nvSpPr>
          <p:cNvPr id="255" name="内容占位符 2"/>
          <p:cNvSpPr txBox="1"/>
          <p:nvPr>
            <p:ph type="body" idx="1"/>
          </p:nvPr>
        </p:nvSpPr>
        <p:spPr>
          <a:xfrm>
            <a:off x="1550986" y="1705504"/>
            <a:ext cx="9557282" cy="4402667"/>
          </a:xfrm>
          <a:prstGeom prst="rect">
            <a:avLst/>
          </a:prstGeom>
        </p:spPr>
        <p:txBody>
          <a:bodyPr/>
          <a:lstStyle/>
          <a:p>
            <a:pPr marL="406908" indent="-406908" defTabSz="813816">
              <a:spcBef>
                <a:spcPts val="800"/>
              </a:spcBef>
              <a:defRPr sz="2492"/>
            </a:pPr>
            <a:r>
              <a:t>少于</a:t>
            </a:r>
            <a:r>
              <a:t>8</a:t>
            </a:r>
            <a:r>
              <a:t>个字符</a:t>
            </a:r>
          </a:p>
          <a:p>
            <a:pPr marL="406908" indent="-406908" defTabSz="813816">
              <a:spcBef>
                <a:spcPts val="800"/>
              </a:spcBef>
              <a:defRPr sz="2492"/>
            </a:pPr>
            <a:r>
              <a:t>单一的字符类型，例如只用小写字母，或只用数字</a:t>
            </a:r>
          </a:p>
          <a:p>
            <a:pPr marL="406908" indent="-406908" defTabSz="813816">
              <a:spcBef>
                <a:spcPts val="800"/>
              </a:spcBef>
              <a:defRPr sz="2492"/>
            </a:pPr>
            <a:r>
              <a:t>用户名与口令相同</a:t>
            </a:r>
          </a:p>
          <a:p>
            <a:pPr marL="406908" indent="-406908" defTabSz="813816">
              <a:spcBef>
                <a:spcPts val="800"/>
              </a:spcBef>
              <a:defRPr sz="2492"/>
            </a:pPr>
            <a:r>
              <a:t>所有系统都使用相同的口令</a:t>
            </a:r>
          </a:p>
          <a:p>
            <a:pPr marL="406908" indent="-406908" defTabSz="813816">
              <a:spcBef>
                <a:spcPts val="800"/>
              </a:spcBef>
              <a:defRPr sz="2492"/>
            </a:pPr>
            <a:r>
              <a:t>最常被人使用的弱口令：</a:t>
            </a:r>
          </a:p>
          <a:p>
            <a:pPr marL="0" indent="0" defTabSz="813816">
              <a:spcBef>
                <a:spcPts val="800"/>
              </a:spcBef>
              <a:buSzTx/>
              <a:buNone/>
              <a:defRPr sz="1779"/>
            </a:pPr>
            <a:r>
              <a:t>        </a:t>
            </a:r>
            <a:r>
              <a:t>admin 123456 test123 111111 tomcat</a:t>
            </a:r>
          </a:p>
          <a:p>
            <a:pPr marL="0" indent="0" defTabSz="813816">
              <a:spcBef>
                <a:spcPts val="800"/>
              </a:spcBef>
              <a:buSzTx/>
              <a:buNone/>
              <a:defRPr sz="1779"/>
            </a:pPr>
            <a:r>
              <a:t>        </a:t>
            </a:r>
            <a:r>
              <a:t>自己、家人、伴侣、宠物的名字</a:t>
            </a:r>
          </a:p>
          <a:p>
            <a:pPr marL="0" indent="0" defTabSz="813816">
              <a:spcBef>
                <a:spcPts val="800"/>
              </a:spcBef>
              <a:buSzTx/>
              <a:buNone/>
              <a:defRPr sz="1779"/>
            </a:pPr>
            <a:r>
              <a:t>        生日、电话号码等个人信息</a:t>
            </a:r>
          </a:p>
          <a:p>
            <a:pPr marL="0" indent="0" defTabSz="813816">
              <a:spcBef>
                <a:spcPts val="800"/>
              </a:spcBef>
              <a:buSzTx/>
              <a:buNone/>
              <a:defRPr sz="1779"/>
            </a:pPr>
            <a:r>
              <a:t>        键盘布局：</a:t>
            </a:r>
            <a:r>
              <a:t>1q2w3e4r  1qaz2wsx qwertyuiop</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标题 1"/>
          <p:cNvSpPr txBox="1"/>
          <p:nvPr>
            <p:ph type="title"/>
          </p:nvPr>
        </p:nvSpPr>
        <p:spPr>
          <a:prstGeom prst="rect">
            <a:avLst/>
          </a:prstGeom>
        </p:spPr>
        <p:txBody>
          <a:bodyPr/>
          <a:lstStyle>
            <a:lvl1pPr defTabSz="704087">
              <a:defRPr sz="2772"/>
            </a:lvl1pPr>
          </a:lstStyle>
          <a:p>
            <a:pPr/>
            <a:r>
              <a:t>口令安全</a:t>
            </a:r>
          </a:p>
        </p:txBody>
      </p:sp>
      <p:sp>
        <p:nvSpPr>
          <p:cNvPr id="258" name="内容占位符 2"/>
          <p:cNvSpPr txBox="1"/>
          <p:nvPr>
            <p:ph type="body" idx="1"/>
          </p:nvPr>
        </p:nvSpPr>
        <p:spPr>
          <a:xfrm>
            <a:off x="879914" y="1705504"/>
            <a:ext cx="9557282" cy="4402667"/>
          </a:xfrm>
          <a:prstGeom prst="rect">
            <a:avLst/>
          </a:prstGeom>
        </p:spPr>
        <p:txBody>
          <a:bodyPr/>
          <a:lstStyle/>
          <a:p>
            <a:pPr/>
            <a:r>
              <a:t>应该设置强口令</a:t>
            </a:r>
          </a:p>
          <a:p>
            <a:pPr/>
            <a:r>
              <a:t>口令应该经常更改，比如</a:t>
            </a:r>
            <a:r>
              <a:t>3</a:t>
            </a:r>
            <a:r>
              <a:t>个月</a:t>
            </a:r>
          </a:p>
          <a:p>
            <a:pPr/>
            <a:r>
              <a:t>不同的系统或场所应使用不同的口令（撞库）</a:t>
            </a:r>
          </a:p>
          <a:p>
            <a:pPr/>
            <a:r>
              <a:t>一定要即刻更改系统的缺省或初始化口令</a:t>
            </a:r>
          </a:p>
          <a:p>
            <a:pPr/>
            <a:r>
              <a:t>不要把口令写在纸上</a:t>
            </a:r>
          </a:p>
          <a:p>
            <a:pPr/>
            <a:r>
              <a:t>不要把口令明文存储在计算机文件中</a:t>
            </a:r>
          </a:p>
          <a:p>
            <a:pPr/>
            <a:r>
              <a:t>如果发觉有人获知你的口令，立即改变它</a:t>
            </a:r>
          </a:p>
        </p:txBody>
      </p:sp>
      <p:pic>
        <p:nvPicPr>
          <p:cNvPr id="259" name="Picture 6" descr="Picture 6"/>
          <p:cNvPicPr>
            <a:picLocks noChangeAspect="1"/>
          </p:cNvPicPr>
          <p:nvPr/>
        </p:nvPicPr>
        <p:blipFill>
          <a:blip r:embed="rId2">
            <a:extLst/>
          </a:blip>
          <a:srcRect l="24981" t="0" r="0" b="0"/>
          <a:stretch>
            <a:fillRect/>
          </a:stretch>
        </p:blipFill>
        <p:spPr>
          <a:xfrm>
            <a:off x="8654473" y="2259418"/>
            <a:ext cx="3368939" cy="3134619"/>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标题 1"/>
          <p:cNvSpPr txBox="1"/>
          <p:nvPr>
            <p:ph type="title"/>
          </p:nvPr>
        </p:nvSpPr>
        <p:spPr>
          <a:prstGeom prst="rect">
            <a:avLst/>
          </a:prstGeom>
        </p:spPr>
        <p:txBody>
          <a:bodyPr/>
          <a:lstStyle>
            <a:lvl1pPr defTabSz="704087">
              <a:defRPr sz="2772"/>
            </a:lvl1pPr>
          </a:lstStyle>
          <a:p>
            <a:pPr/>
            <a:r>
              <a:t>口令安全：强密码</a:t>
            </a:r>
          </a:p>
        </p:txBody>
      </p:sp>
      <p:sp>
        <p:nvSpPr>
          <p:cNvPr id="262" name="内容占位符 2"/>
          <p:cNvSpPr txBox="1"/>
          <p:nvPr>
            <p:ph type="body" idx="1"/>
          </p:nvPr>
        </p:nvSpPr>
        <p:spPr>
          <a:xfrm>
            <a:off x="756658" y="1729989"/>
            <a:ext cx="11213670" cy="4402668"/>
          </a:xfrm>
          <a:prstGeom prst="rect">
            <a:avLst/>
          </a:prstGeom>
        </p:spPr>
        <p:txBody>
          <a:bodyPr/>
          <a:lstStyle/>
          <a:p>
            <a:pPr marL="406908" indent="-406908" defTabSz="813816">
              <a:spcBef>
                <a:spcPts val="800"/>
              </a:spcBef>
              <a:defRPr sz="1779"/>
            </a:pPr>
            <a:r>
              <a:t>密码：</a:t>
            </a:r>
            <a:r>
              <a:t>ppnn13%dkstFeb.1st</a:t>
            </a:r>
            <a:r>
              <a:t>，     娉娉袅袅十三余，豆蔻梢头二月初</a:t>
            </a:r>
          </a:p>
          <a:p>
            <a:pPr marL="406908" indent="-406908" defTabSz="813816">
              <a:spcBef>
                <a:spcPts val="800"/>
              </a:spcBef>
              <a:defRPr sz="1779"/>
            </a:pPr>
          </a:p>
          <a:p>
            <a:pPr marL="406908" indent="-406908" defTabSz="813816">
              <a:spcBef>
                <a:spcPts val="800"/>
              </a:spcBef>
              <a:defRPr sz="1779"/>
            </a:pPr>
            <a:r>
              <a:t>密码：</a:t>
            </a:r>
            <a:r>
              <a:t>for_$n(@RenSheng)_$n+=”die”  </a:t>
            </a:r>
            <a:r>
              <a:t>人生自古谁无死</a:t>
            </a:r>
            <a:br/>
          </a:p>
          <a:p>
            <a:pPr marL="406908" indent="-406908" defTabSz="813816">
              <a:spcBef>
                <a:spcPts val="800"/>
              </a:spcBef>
              <a:defRPr sz="1779"/>
            </a:pPr>
            <a:r>
              <a:t>密码：</a:t>
            </a:r>
            <a:r>
              <a:t>doWhile(1){LeavesFly();YangtzeRiverFlows();    </a:t>
            </a:r>
            <a:r>
              <a:t>无边落木萧萧下，不尽长江滚滚来</a:t>
            </a:r>
          </a:p>
          <a:p>
            <a:pPr marL="406908" indent="-406908" defTabSz="813816">
              <a:spcBef>
                <a:spcPts val="800"/>
              </a:spcBef>
              <a:defRPr sz="1779"/>
            </a:pPr>
          </a:p>
          <a:p>
            <a:pPr marL="406908" indent="-406908" defTabSz="813816">
              <a:spcBef>
                <a:spcPts val="800"/>
              </a:spcBef>
              <a:defRPr sz="1779"/>
            </a:pPr>
            <a:r>
              <a:t>密码：</a:t>
            </a:r>
            <a:r>
              <a:t>tcmlflw,syred&gt;febhua]  </a:t>
            </a:r>
            <a:r>
              <a:t>停车坐爱枫林晚，霜叶红于二月花</a:t>
            </a:r>
          </a:p>
          <a:p>
            <a:pPr marL="406908" indent="-406908" defTabSz="813816">
              <a:spcBef>
                <a:spcPts val="800"/>
              </a:spcBef>
              <a:defRPr sz="1779"/>
            </a:pPr>
          </a:p>
          <a:p>
            <a:pPr marL="406908" indent="-406908" defTabSz="813816">
              <a:spcBef>
                <a:spcPts val="800"/>
              </a:spcBef>
              <a:defRPr sz="1779"/>
            </a:pPr>
            <a:r>
              <a:t>密码：</a:t>
            </a:r>
            <a:r>
              <a:t>dig?F*ckDang5 </a:t>
            </a:r>
            <a:r>
              <a:t>锄禾日当午</a:t>
            </a:r>
          </a:p>
          <a:p>
            <a:pPr marL="406908" indent="-406908" defTabSz="813816">
              <a:spcBef>
                <a:spcPts val="800"/>
              </a:spcBef>
              <a:defRPr sz="1779"/>
            </a:pPr>
          </a:p>
          <a:p>
            <a:pPr marL="406908" indent="-406908" defTabSz="813816">
              <a:spcBef>
                <a:spcPts val="800"/>
              </a:spcBef>
              <a:defRPr sz="1779"/>
            </a:pPr>
            <a:r>
              <a:t>密码： </a:t>
            </a:r>
            <a:r>
              <a:t>1dcypsz1/2jss1/2j#f00  </a:t>
            </a:r>
            <a:r>
              <a:t>一道残阳铺水中，半江瑟瑟半江红</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标题 1"/>
          <p:cNvSpPr txBox="1"/>
          <p:nvPr>
            <p:ph type="title"/>
          </p:nvPr>
        </p:nvSpPr>
        <p:spPr>
          <a:prstGeom prst="rect">
            <a:avLst/>
          </a:prstGeom>
        </p:spPr>
        <p:txBody>
          <a:bodyPr/>
          <a:lstStyle>
            <a:lvl1pPr defTabSz="704087">
              <a:defRPr sz="2772"/>
            </a:lvl1pPr>
          </a:lstStyle>
          <a:p>
            <a:pPr/>
            <a:r>
              <a:t>物理安全</a:t>
            </a:r>
          </a:p>
        </p:txBody>
      </p:sp>
      <p:sp>
        <p:nvSpPr>
          <p:cNvPr id="265" name="内容占位符 2"/>
          <p:cNvSpPr txBox="1"/>
          <p:nvPr>
            <p:ph type="body" idx="1"/>
          </p:nvPr>
        </p:nvSpPr>
        <p:spPr>
          <a:xfrm>
            <a:off x="1550986" y="1705504"/>
            <a:ext cx="9557282" cy="4402667"/>
          </a:xfrm>
          <a:prstGeom prst="rect">
            <a:avLst/>
          </a:prstGeom>
        </p:spPr>
        <p:txBody>
          <a:bodyPr/>
          <a:lstStyle/>
          <a:p>
            <a:pPr/>
            <a:r>
              <a:t>将敏感设备和信息放置在受控的安全区域</a:t>
            </a:r>
          </a:p>
          <a:p>
            <a:pPr/>
            <a:r>
              <a:t>所有到受控区域的入口都应该加锁、设置门卫，或者以某种方式进行监视，并做好进出登记</a:t>
            </a:r>
          </a:p>
          <a:p>
            <a:pPr/>
            <a:r>
              <a:t>严格控制带存储和摄像功能的手持设备的使用</a:t>
            </a:r>
          </a:p>
          <a:p>
            <a:pPr/>
            <a:r>
              <a:t>使用公共区域的打印机、传真机时，不要遗留敏感文件</a:t>
            </a:r>
          </a:p>
          <a:p>
            <a:pPr/>
            <a:r>
              <a:t>使用碎纸机，谨防敏感文件通过垃圾篓而泄漏</a:t>
            </a:r>
          </a:p>
          <a:p>
            <a:pPr/>
            <a:r>
              <a:t>如果发现可疑情况，请立即报告</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7" name="标题 1"/>
          <p:cNvSpPr txBox="1"/>
          <p:nvPr>
            <p:ph type="title"/>
          </p:nvPr>
        </p:nvSpPr>
        <p:spPr>
          <a:prstGeom prst="rect">
            <a:avLst/>
          </a:prstGeom>
        </p:spPr>
        <p:txBody>
          <a:bodyPr/>
          <a:lstStyle>
            <a:lvl1pPr defTabSz="704087">
              <a:defRPr sz="2772"/>
            </a:lvl1pPr>
          </a:lstStyle>
          <a:p>
            <a:pPr/>
            <a:r>
              <a:t>钓鱼邮件</a:t>
            </a:r>
          </a:p>
        </p:txBody>
      </p:sp>
      <p:sp>
        <p:nvSpPr>
          <p:cNvPr id="268" name="内容占位符 2"/>
          <p:cNvSpPr txBox="1"/>
          <p:nvPr>
            <p:ph type="body" idx="1"/>
          </p:nvPr>
        </p:nvSpPr>
        <p:spPr>
          <a:xfrm>
            <a:off x="1550986" y="1705504"/>
            <a:ext cx="9557282" cy="4402667"/>
          </a:xfrm>
          <a:prstGeom prst="rect">
            <a:avLst/>
          </a:prstGeom>
        </p:spPr>
        <p:txBody>
          <a:bodyPr/>
          <a:lstStyle/>
          <a:p>
            <a:pPr/>
          </a:p>
        </p:txBody>
      </p:sp>
      <p:pic>
        <p:nvPicPr>
          <p:cNvPr id="269" name="图片 3" descr="图片 3"/>
          <p:cNvPicPr>
            <a:picLocks noChangeAspect="1"/>
          </p:cNvPicPr>
          <p:nvPr/>
        </p:nvPicPr>
        <p:blipFill>
          <a:blip r:embed="rId2">
            <a:extLst/>
          </a:blip>
          <a:stretch>
            <a:fillRect/>
          </a:stretch>
        </p:blipFill>
        <p:spPr>
          <a:xfrm>
            <a:off x="5455666" y="150957"/>
            <a:ext cx="4297934" cy="6607131"/>
          </a:xfrm>
          <a:prstGeom prst="rect">
            <a:avLst/>
          </a:prstGeom>
          <a:ln w="12700">
            <a:miter lim="400000"/>
          </a:ln>
        </p:spPr>
      </p:pic>
      <p:pic>
        <p:nvPicPr>
          <p:cNvPr id="270" name="图片 4" descr="图片 4"/>
          <p:cNvPicPr>
            <a:picLocks noChangeAspect="1"/>
          </p:cNvPicPr>
          <p:nvPr/>
        </p:nvPicPr>
        <p:blipFill>
          <a:blip r:embed="rId3">
            <a:extLst/>
          </a:blip>
          <a:stretch>
            <a:fillRect/>
          </a:stretch>
        </p:blipFill>
        <p:spPr>
          <a:xfrm>
            <a:off x="484909" y="2108199"/>
            <a:ext cx="4752109" cy="3343298"/>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2" name="标题 1"/>
          <p:cNvSpPr txBox="1"/>
          <p:nvPr>
            <p:ph type="title"/>
          </p:nvPr>
        </p:nvSpPr>
        <p:spPr>
          <a:prstGeom prst="rect">
            <a:avLst/>
          </a:prstGeom>
        </p:spPr>
        <p:txBody>
          <a:bodyPr/>
          <a:lstStyle>
            <a:lvl1pPr defTabSz="704087">
              <a:defRPr sz="2772"/>
            </a:lvl1pPr>
          </a:lstStyle>
          <a:p>
            <a:pPr/>
            <a:r>
              <a:t>钓鱼邮件</a:t>
            </a:r>
          </a:p>
        </p:txBody>
      </p:sp>
      <p:sp>
        <p:nvSpPr>
          <p:cNvPr id="273" name="内容占位符 2"/>
          <p:cNvSpPr txBox="1"/>
          <p:nvPr>
            <p:ph type="body" sz="quarter" idx="1"/>
          </p:nvPr>
        </p:nvSpPr>
        <p:spPr>
          <a:xfrm>
            <a:off x="7462980" y="1705504"/>
            <a:ext cx="3645285" cy="4402667"/>
          </a:xfrm>
          <a:prstGeom prst="rect">
            <a:avLst/>
          </a:prstGeom>
        </p:spPr>
        <p:txBody>
          <a:bodyPr/>
          <a:lstStyle/>
          <a:p>
            <a:pPr/>
            <a:r>
              <a:t>SMTP</a:t>
            </a:r>
            <a:r>
              <a:t>协议</a:t>
            </a:r>
          </a:p>
          <a:p>
            <a:pPr/>
            <a:r>
              <a:t>SPF</a:t>
            </a:r>
            <a:r>
              <a:t>防护</a:t>
            </a:r>
          </a:p>
          <a:p>
            <a:pPr/>
            <a:r>
              <a:t>-all/~all</a:t>
            </a:r>
          </a:p>
        </p:txBody>
      </p:sp>
      <p:pic>
        <p:nvPicPr>
          <p:cNvPr id="274" name="图片 3" descr="图片 3"/>
          <p:cNvPicPr>
            <a:picLocks noChangeAspect="1"/>
          </p:cNvPicPr>
          <p:nvPr/>
        </p:nvPicPr>
        <p:blipFill>
          <a:blip r:embed="rId2">
            <a:extLst/>
          </a:blip>
          <a:stretch>
            <a:fillRect/>
          </a:stretch>
        </p:blipFill>
        <p:spPr>
          <a:xfrm>
            <a:off x="467732" y="1605398"/>
            <a:ext cx="6591705" cy="3215984"/>
          </a:xfrm>
          <a:prstGeom prst="rect">
            <a:avLst/>
          </a:prstGeom>
          <a:ln w="12700">
            <a:miter lim="400000"/>
          </a:ln>
        </p:spPr>
      </p:pic>
      <p:pic>
        <p:nvPicPr>
          <p:cNvPr id="275" name="图片 4" descr="图片 4"/>
          <p:cNvPicPr>
            <a:picLocks noChangeAspect="1"/>
          </p:cNvPicPr>
          <p:nvPr/>
        </p:nvPicPr>
        <p:blipFill>
          <a:blip r:embed="rId3">
            <a:extLst/>
          </a:blip>
          <a:stretch>
            <a:fillRect/>
          </a:stretch>
        </p:blipFill>
        <p:spPr>
          <a:xfrm>
            <a:off x="4720363" y="3485708"/>
            <a:ext cx="7041603" cy="3081348"/>
          </a:xfrm>
          <a:prstGeom prst="rect">
            <a:avLst/>
          </a:prstGeom>
          <a:ln w="12700">
            <a:miter lim="400000"/>
          </a:ln>
        </p:spPr>
      </p:pic>
      <p:sp>
        <p:nvSpPr>
          <p:cNvPr id="276" name="内容占位符 2"/>
          <p:cNvSpPr txBox="1"/>
          <p:nvPr/>
        </p:nvSpPr>
        <p:spPr>
          <a:xfrm>
            <a:off x="919026" y="5007909"/>
            <a:ext cx="3553845" cy="1234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457200">
              <a:spcBef>
                <a:spcPts val="1000"/>
              </a:spcBef>
              <a:buSzPct val="100000"/>
              <a:buFont typeface="Arial"/>
              <a:buChar char="•"/>
              <a:defRPr sz="2800">
                <a:solidFill>
                  <a:srgbClr val="FFFFFF"/>
                </a:solidFill>
                <a:latin typeface="Microsoft YaHei"/>
                <a:ea typeface="Microsoft YaHei"/>
                <a:cs typeface="Microsoft YaHei"/>
                <a:sym typeface="Microsoft YaHei"/>
              </a:defRPr>
            </a:pPr>
            <a:r>
              <a:t>Office</a:t>
            </a:r>
            <a:r>
              <a:t>宏</a:t>
            </a:r>
            <a:r>
              <a:t>/</a:t>
            </a:r>
            <a:r>
              <a:t>木马</a:t>
            </a:r>
          </a:p>
          <a:p>
            <a:pPr marL="457200" indent="-457200">
              <a:spcBef>
                <a:spcPts val="1000"/>
              </a:spcBef>
              <a:buSzPct val="100000"/>
              <a:buFont typeface="Arial"/>
              <a:buChar char="•"/>
              <a:defRPr sz="2800">
                <a:solidFill>
                  <a:srgbClr val="FFFFFF"/>
                </a:solidFill>
                <a:latin typeface="Microsoft YaHei"/>
                <a:ea typeface="Microsoft YaHei"/>
                <a:cs typeface="Microsoft YaHei"/>
                <a:sym typeface="Microsoft YaHei"/>
              </a:defRPr>
            </a:pPr>
            <a:r>
              <a:t>钓鱼链接</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8" name="标题 1"/>
          <p:cNvSpPr txBox="1"/>
          <p:nvPr>
            <p:ph type="title"/>
          </p:nvPr>
        </p:nvSpPr>
        <p:spPr>
          <a:prstGeom prst="rect">
            <a:avLst/>
          </a:prstGeom>
        </p:spPr>
        <p:txBody>
          <a:bodyPr/>
          <a:lstStyle/>
          <a:p>
            <a:pPr defTabSz="704087">
              <a:defRPr sz="2772"/>
            </a:pPr>
            <a:r>
              <a:t>GitHub</a:t>
            </a:r>
            <a:r>
              <a:t>信息泄露</a:t>
            </a:r>
          </a:p>
        </p:txBody>
      </p:sp>
      <p:sp>
        <p:nvSpPr>
          <p:cNvPr id="279" name="内容占位符 2"/>
          <p:cNvSpPr txBox="1"/>
          <p:nvPr>
            <p:ph type="body" idx="1"/>
          </p:nvPr>
        </p:nvSpPr>
        <p:spPr>
          <a:xfrm>
            <a:off x="1550986" y="1705504"/>
            <a:ext cx="9557282" cy="4402667"/>
          </a:xfrm>
          <a:prstGeom prst="rect">
            <a:avLst/>
          </a:prstGeom>
        </p:spPr>
        <p:txBody>
          <a:bodyPr/>
          <a:lstStyle/>
          <a:p>
            <a:pPr/>
          </a:p>
        </p:txBody>
      </p:sp>
      <p:pic>
        <p:nvPicPr>
          <p:cNvPr id="280" name="图片 4" descr="图片 4"/>
          <p:cNvPicPr>
            <a:picLocks noChangeAspect="1"/>
          </p:cNvPicPr>
          <p:nvPr/>
        </p:nvPicPr>
        <p:blipFill>
          <a:blip r:embed="rId2">
            <a:extLst/>
          </a:blip>
          <a:srcRect l="0" t="31888" r="0" b="0"/>
          <a:stretch>
            <a:fillRect/>
          </a:stretch>
        </p:blipFill>
        <p:spPr>
          <a:xfrm>
            <a:off x="1118881" y="1208238"/>
            <a:ext cx="10083801" cy="5529689"/>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2" name="标题 1"/>
          <p:cNvSpPr txBox="1"/>
          <p:nvPr>
            <p:ph type="title"/>
          </p:nvPr>
        </p:nvSpPr>
        <p:spPr>
          <a:prstGeom prst="rect">
            <a:avLst/>
          </a:prstGeom>
        </p:spPr>
        <p:txBody>
          <a:bodyPr/>
          <a:lstStyle/>
          <a:p>
            <a:pPr defTabSz="704087">
              <a:defRPr sz="2772"/>
            </a:pPr>
            <a:r>
              <a:t>GitHub</a:t>
            </a:r>
            <a:r>
              <a:t>信息泄露</a:t>
            </a:r>
          </a:p>
        </p:txBody>
      </p:sp>
      <p:sp>
        <p:nvSpPr>
          <p:cNvPr id="283" name="内容占位符 2"/>
          <p:cNvSpPr txBox="1"/>
          <p:nvPr>
            <p:ph type="body" idx="1"/>
          </p:nvPr>
        </p:nvSpPr>
        <p:spPr>
          <a:xfrm>
            <a:off x="1550986" y="1705504"/>
            <a:ext cx="9557282" cy="4402667"/>
          </a:xfrm>
          <a:prstGeom prst="rect">
            <a:avLst/>
          </a:prstGeom>
        </p:spPr>
        <p:txBody>
          <a:bodyPr/>
          <a:lstStyle/>
          <a:p>
            <a:pPr marL="420623" indent="-420623" defTabSz="841247">
              <a:spcBef>
                <a:spcPts val="900"/>
              </a:spcBef>
              <a:defRPr sz="2576"/>
            </a:pPr>
            <a:r>
              <a:t>大疆的一名前员工，将含有公司农业无人机的管理平台和农机喷洒系统两个模块的代码上传至</a:t>
            </a:r>
            <a:r>
              <a:t>GitHub </a:t>
            </a:r>
            <a:r>
              <a:t>网站的“公有仓库”，造成了源代码泄露。据悉，该员工之前在大疆的子公司担任软件工程师，负责编写农业无人机的管理平台和农机喷洒系统代码。他在</a:t>
            </a:r>
            <a:r>
              <a:t>Github </a:t>
            </a:r>
            <a:r>
              <a:t>开设账号，并建立了“公有仓库”，私自上传了代码。</a:t>
            </a:r>
          </a:p>
          <a:p>
            <a:pPr marL="420623" indent="-420623" defTabSz="841247">
              <a:spcBef>
                <a:spcPts val="900"/>
              </a:spcBef>
              <a:defRPr sz="2576"/>
            </a:pPr>
            <a:r>
              <a:t>深圳法院近日对大疆源代码泄露案做出一审判决，综合考虑犯罪情节以及自愿认罪、有悔罪表现，以侵犯商业秘密罪判处大疆前员工有期徒刑六个月，并处罚金</a:t>
            </a:r>
            <a:r>
              <a:t>20 </a:t>
            </a:r>
            <a:r>
              <a:t>万人民币。</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标题 1"/>
          <p:cNvSpPr txBox="1"/>
          <p:nvPr>
            <p:ph type="title"/>
          </p:nvPr>
        </p:nvSpPr>
        <p:spPr>
          <a:prstGeom prst="rect">
            <a:avLst/>
          </a:prstGeom>
        </p:spPr>
        <p:txBody>
          <a:bodyPr/>
          <a:lstStyle>
            <a:lvl1pPr defTabSz="704087">
              <a:defRPr sz="2772"/>
            </a:lvl1pPr>
          </a:lstStyle>
          <a:p>
            <a:pPr/>
            <a:r>
              <a:t>软件安全</a:t>
            </a:r>
          </a:p>
        </p:txBody>
      </p:sp>
      <p:sp>
        <p:nvSpPr>
          <p:cNvPr id="286" name="内容占位符 2"/>
          <p:cNvSpPr txBox="1"/>
          <p:nvPr>
            <p:ph type="body" sz="half" idx="1"/>
          </p:nvPr>
        </p:nvSpPr>
        <p:spPr>
          <a:xfrm>
            <a:off x="1550986" y="4119417"/>
            <a:ext cx="9557282" cy="1988753"/>
          </a:xfrm>
          <a:prstGeom prst="rect">
            <a:avLst/>
          </a:prstGeom>
        </p:spPr>
        <p:txBody>
          <a:bodyPr/>
          <a:lstStyle/>
          <a:p>
            <a:pPr/>
            <a:r>
              <a:t>不从第三方下载软件</a:t>
            </a:r>
          </a:p>
          <a:p>
            <a:pPr/>
          </a:p>
          <a:p>
            <a:pPr/>
            <a:r>
              <a:t>下载后校验哈希值 数字签名</a:t>
            </a:r>
          </a:p>
        </p:txBody>
      </p:sp>
      <p:pic>
        <p:nvPicPr>
          <p:cNvPr id="287" name="图片 3" descr="图片 3"/>
          <p:cNvPicPr>
            <a:picLocks noChangeAspect="1"/>
          </p:cNvPicPr>
          <p:nvPr/>
        </p:nvPicPr>
        <p:blipFill>
          <a:blip r:embed="rId2">
            <a:extLst/>
          </a:blip>
          <a:stretch>
            <a:fillRect/>
          </a:stretch>
        </p:blipFill>
        <p:spPr>
          <a:xfrm>
            <a:off x="917366" y="1520803"/>
            <a:ext cx="7996072" cy="2376942"/>
          </a:xfrm>
          <a:prstGeom prst="rect">
            <a:avLst/>
          </a:prstGeom>
          <a:ln w="12700">
            <a:miter lim="400000"/>
          </a:ln>
        </p:spPr>
      </p:pic>
      <p:pic>
        <p:nvPicPr>
          <p:cNvPr id="288" name="图片 4" descr="图片 4"/>
          <p:cNvPicPr>
            <a:picLocks noChangeAspect="1"/>
          </p:cNvPicPr>
          <p:nvPr/>
        </p:nvPicPr>
        <p:blipFill>
          <a:blip r:embed="rId3">
            <a:extLst/>
          </a:blip>
          <a:stretch>
            <a:fillRect/>
          </a:stretch>
        </p:blipFill>
        <p:spPr>
          <a:xfrm>
            <a:off x="7100434" y="4273425"/>
            <a:ext cx="4427558" cy="1834745"/>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标题 1"/>
          <p:cNvSpPr txBox="1"/>
          <p:nvPr>
            <p:ph type="title"/>
          </p:nvPr>
        </p:nvSpPr>
        <p:spPr>
          <a:prstGeom prst="rect">
            <a:avLst/>
          </a:prstGeom>
        </p:spPr>
        <p:txBody>
          <a:bodyPr/>
          <a:lstStyle>
            <a:lvl1pPr defTabSz="704087">
              <a:defRPr sz="2772"/>
            </a:lvl1pPr>
          </a:lstStyle>
          <a:p>
            <a:pPr/>
            <a:r>
              <a:t>人员钓鱼</a:t>
            </a:r>
          </a:p>
        </p:txBody>
      </p:sp>
      <p:pic>
        <p:nvPicPr>
          <p:cNvPr id="291" name="内容占位符 7" descr="内容占位符 7"/>
          <p:cNvPicPr>
            <a:picLocks noChangeAspect="1"/>
          </p:cNvPicPr>
          <p:nvPr/>
        </p:nvPicPr>
        <p:blipFill>
          <a:blip r:embed="rId2">
            <a:extLst/>
          </a:blip>
          <a:stretch>
            <a:fillRect/>
          </a:stretch>
        </p:blipFill>
        <p:spPr>
          <a:xfrm>
            <a:off x="8433289" y="1741346"/>
            <a:ext cx="4248151" cy="4362451"/>
          </a:xfrm>
          <a:prstGeom prst="rect">
            <a:avLst/>
          </a:prstGeom>
          <a:ln w="12700">
            <a:miter lim="400000"/>
          </a:ln>
        </p:spPr>
      </p:pic>
      <p:pic>
        <p:nvPicPr>
          <p:cNvPr id="292" name="图片 3" descr="图片 3"/>
          <p:cNvPicPr>
            <a:picLocks noChangeAspect="1"/>
          </p:cNvPicPr>
          <p:nvPr/>
        </p:nvPicPr>
        <p:blipFill>
          <a:blip r:embed="rId3">
            <a:extLst/>
          </a:blip>
          <a:stretch>
            <a:fillRect/>
          </a:stretch>
        </p:blipFill>
        <p:spPr>
          <a:xfrm>
            <a:off x="4965760" y="0"/>
            <a:ext cx="3467529" cy="6858000"/>
          </a:xfrm>
          <a:prstGeom prst="rect">
            <a:avLst/>
          </a:prstGeom>
          <a:ln w="12700">
            <a:miter lim="400000"/>
          </a:ln>
        </p:spPr>
      </p:pic>
      <p:grpSp>
        <p:nvGrpSpPr>
          <p:cNvPr id="295" name="组合 4"/>
          <p:cNvGrpSpPr/>
          <p:nvPr/>
        </p:nvGrpSpPr>
        <p:grpSpPr>
          <a:xfrm>
            <a:off x="27346" y="1343480"/>
            <a:ext cx="4938416" cy="5102089"/>
            <a:chOff x="0" y="0"/>
            <a:chExt cx="4938414" cy="5102087"/>
          </a:xfrm>
        </p:grpSpPr>
        <p:pic>
          <p:nvPicPr>
            <p:cNvPr id="293" name="内容占位符 5" descr="内容占位符 5"/>
            <p:cNvPicPr>
              <a:picLocks noChangeAspect="1"/>
            </p:cNvPicPr>
            <p:nvPr/>
          </p:nvPicPr>
          <p:blipFill>
            <a:blip r:embed="rId4">
              <a:extLst/>
            </a:blip>
            <a:srcRect l="57137" t="0" r="0" b="16642"/>
            <a:stretch>
              <a:fillRect/>
            </a:stretch>
          </p:blipFill>
          <p:spPr>
            <a:xfrm>
              <a:off x="1360604" y="0"/>
              <a:ext cx="3577811" cy="5102088"/>
            </a:xfrm>
            <a:prstGeom prst="rect">
              <a:avLst/>
            </a:prstGeom>
            <a:ln w="12700" cap="flat">
              <a:noFill/>
              <a:miter lim="400000"/>
            </a:ln>
            <a:effectLst/>
          </p:spPr>
        </p:pic>
        <p:pic>
          <p:nvPicPr>
            <p:cNvPr id="294" name="图片 6" descr="图片 6"/>
            <p:cNvPicPr>
              <a:picLocks noChangeAspect="1"/>
            </p:cNvPicPr>
            <p:nvPr/>
          </p:nvPicPr>
          <p:blipFill>
            <a:blip r:embed="rId4">
              <a:extLst/>
            </a:blip>
            <a:srcRect l="0" t="0" r="83660" b="16642"/>
            <a:stretch>
              <a:fillRect/>
            </a:stretch>
          </p:blipFill>
          <p:spPr>
            <a:xfrm>
              <a:off x="-1" y="1"/>
              <a:ext cx="1360607" cy="5089775"/>
            </a:xfrm>
            <a:prstGeom prst="rect">
              <a:avLst/>
            </a:prstGeom>
            <a:ln w="12700" cap="flat">
              <a:noFill/>
              <a:miter lim="400000"/>
            </a:ln>
            <a:effectLst/>
          </p:spPr>
        </p:pic>
      </p:gr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标题 1"/>
          <p:cNvSpPr txBox="1"/>
          <p:nvPr>
            <p:ph type="title"/>
          </p:nvPr>
        </p:nvSpPr>
        <p:spPr>
          <a:prstGeom prst="rect">
            <a:avLst/>
          </a:prstGeom>
        </p:spPr>
        <p:txBody>
          <a:bodyPr/>
          <a:lstStyle/>
          <a:p>
            <a:pPr defTabSz="704087">
              <a:defRPr sz="2772"/>
            </a:pPr>
            <a:r>
              <a:t>WIFI</a:t>
            </a:r>
            <a:r>
              <a:t>安全：认证</a:t>
            </a:r>
          </a:p>
        </p:txBody>
      </p:sp>
      <p:sp>
        <p:nvSpPr>
          <p:cNvPr id="298" name="内容占位符 2"/>
          <p:cNvSpPr txBox="1"/>
          <p:nvPr>
            <p:ph type="body" sz="quarter" idx="1"/>
          </p:nvPr>
        </p:nvSpPr>
        <p:spPr>
          <a:xfrm>
            <a:off x="8515925" y="2275222"/>
            <a:ext cx="3676075" cy="2693942"/>
          </a:xfrm>
          <a:prstGeom prst="rect">
            <a:avLst/>
          </a:prstGeom>
        </p:spPr>
        <p:txBody>
          <a:bodyPr/>
          <a:lstStyle/>
          <a:p>
            <a:pPr marL="452627" indent="-452627" defTabSz="905255">
              <a:spcBef>
                <a:spcPts val="900"/>
              </a:spcBef>
              <a:defRPr sz="2772"/>
            </a:pPr>
            <a:r>
              <a:t>万能钥匙</a:t>
            </a:r>
          </a:p>
          <a:p>
            <a:pPr marL="452627" indent="-452627" defTabSz="905255">
              <a:spcBef>
                <a:spcPts val="900"/>
              </a:spcBef>
              <a:defRPr sz="2772"/>
            </a:pPr>
          </a:p>
          <a:p>
            <a:pPr marL="452627" indent="-452627" defTabSz="905255">
              <a:spcBef>
                <a:spcPts val="900"/>
              </a:spcBef>
              <a:defRPr sz="2772"/>
            </a:pPr>
            <a:r>
              <a:t>密码可以是强大的，但人可以是薄弱的</a:t>
            </a:r>
          </a:p>
        </p:txBody>
      </p:sp>
      <p:sp>
        <p:nvSpPr>
          <p:cNvPr id="299" name="object 3"/>
          <p:cNvSpPr/>
          <p:nvPr/>
        </p:nvSpPr>
        <p:spPr>
          <a:xfrm>
            <a:off x="729763" y="1452920"/>
            <a:ext cx="3518964" cy="5224970"/>
          </a:xfrm>
          <a:prstGeom prst="rect">
            <a:avLst/>
          </a:prstGeom>
          <a:blipFill>
            <a:blip r:embed="rId2"/>
            <a:stretch>
              <a:fillRect/>
            </a:stretch>
          </a:blipFill>
          <a:ln w="12700">
            <a:miter lim="400000"/>
          </a:ln>
        </p:spPr>
        <p:txBody>
          <a:bodyPr lIns="45719" rIns="45719"/>
          <a:lstStyle/>
          <a:p>
            <a:pPr/>
          </a:p>
        </p:txBody>
      </p:sp>
      <p:pic>
        <p:nvPicPr>
          <p:cNvPr id="300" name="图片 5" descr="图片 5"/>
          <p:cNvPicPr>
            <a:picLocks noChangeAspect="1"/>
          </p:cNvPicPr>
          <p:nvPr/>
        </p:nvPicPr>
        <p:blipFill>
          <a:blip r:embed="rId3">
            <a:extLst/>
          </a:blip>
          <a:stretch>
            <a:fillRect/>
          </a:stretch>
        </p:blipFill>
        <p:spPr>
          <a:xfrm>
            <a:off x="4334826" y="484330"/>
            <a:ext cx="4024084" cy="6193559"/>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2" name="标题 1"/>
          <p:cNvSpPr txBox="1"/>
          <p:nvPr>
            <p:ph type="title"/>
          </p:nvPr>
        </p:nvSpPr>
        <p:spPr>
          <a:prstGeom prst="rect">
            <a:avLst/>
          </a:prstGeom>
        </p:spPr>
        <p:txBody>
          <a:bodyPr/>
          <a:lstStyle/>
          <a:p>
            <a:pPr defTabSz="704087">
              <a:defRPr sz="2772"/>
            </a:pPr>
            <a:r>
              <a:t>WIFI</a:t>
            </a:r>
            <a:r>
              <a:t>安全：嗅探</a:t>
            </a:r>
          </a:p>
        </p:txBody>
      </p:sp>
      <p:sp>
        <p:nvSpPr>
          <p:cNvPr id="303" name="内容占位符 2"/>
          <p:cNvSpPr txBox="1"/>
          <p:nvPr>
            <p:ph type="body" sz="quarter" idx="1"/>
          </p:nvPr>
        </p:nvSpPr>
        <p:spPr>
          <a:xfrm>
            <a:off x="1033751" y="1901105"/>
            <a:ext cx="2734687" cy="4402667"/>
          </a:xfrm>
          <a:prstGeom prst="rect">
            <a:avLst/>
          </a:prstGeom>
        </p:spPr>
        <p:txBody>
          <a:bodyPr/>
          <a:lstStyle/>
          <a:p>
            <a:pPr/>
            <a:r>
              <a:t>ARP</a:t>
            </a:r>
            <a:r>
              <a:t>欺骗</a:t>
            </a:r>
          </a:p>
          <a:p>
            <a:pPr/>
          </a:p>
          <a:p>
            <a:pPr/>
            <a:r>
              <a:t>中间人攻击</a:t>
            </a:r>
          </a:p>
          <a:p>
            <a:pPr/>
          </a:p>
          <a:p>
            <a:pPr/>
            <a:r>
              <a:t>SSLStrip</a:t>
            </a:r>
          </a:p>
          <a:p>
            <a:pPr/>
          </a:p>
          <a:p>
            <a:pPr/>
            <a:r>
              <a:t>HSTS</a:t>
            </a:r>
          </a:p>
        </p:txBody>
      </p:sp>
      <p:pic>
        <p:nvPicPr>
          <p:cNvPr id="304" name="Picture 2" descr="Picture 2"/>
          <p:cNvPicPr>
            <a:picLocks noChangeAspect="1"/>
          </p:cNvPicPr>
          <p:nvPr/>
        </p:nvPicPr>
        <p:blipFill>
          <a:blip r:embed="rId2">
            <a:extLst/>
          </a:blip>
          <a:srcRect l="13012" t="2690" r="12975" b="8805"/>
          <a:stretch>
            <a:fillRect/>
          </a:stretch>
        </p:blipFill>
        <p:spPr>
          <a:xfrm>
            <a:off x="4231944" y="1293091"/>
            <a:ext cx="7556152" cy="5320146"/>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6" name="标题 1"/>
          <p:cNvSpPr txBox="1"/>
          <p:nvPr>
            <p:ph type="title"/>
          </p:nvPr>
        </p:nvSpPr>
        <p:spPr>
          <a:prstGeom prst="rect">
            <a:avLst/>
          </a:prstGeom>
        </p:spPr>
        <p:txBody>
          <a:bodyPr/>
          <a:lstStyle/>
          <a:p>
            <a:pPr defTabSz="704087">
              <a:defRPr sz="2772"/>
            </a:pPr>
            <a:r>
              <a:t>WIFI</a:t>
            </a:r>
            <a:r>
              <a:t>安全：钓鱼</a:t>
            </a:r>
          </a:p>
        </p:txBody>
      </p:sp>
      <p:sp>
        <p:nvSpPr>
          <p:cNvPr id="307" name="内容占位符 2"/>
          <p:cNvSpPr txBox="1"/>
          <p:nvPr>
            <p:ph type="body" sz="quarter" idx="1"/>
          </p:nvPr>
        </p:nvSpPr>
        <p:spPr>
          <a:xfrm>
            <a:off x="7416797" y="2983345"/>
            <a:ext cx="3962402" cy="3318789"/>
          </a:xfrm>
          <a:prstGeom prst="rect">
            <a:avLst/>
          </a:prstGeom>
        </p:spPr>
        <p:txBody>
          <a:bodyPr/>
          <a:lstStyle/>
          <a:p>
            <a:pPr marL="0" indent="0">
              <a:buSzTx/>
              <a:buNone/>
            </a:pPr>
          </a:p>
          <a:p>
            <a:pPr/>
            <a:r>
              <a:t>创建热点</a:t>
            </a:r>
          </a:p>
          <a:p>
            <a:pPr/>
          </a:p>
          <a:p>
            <a:pPr/>
            <a:r>
              <a:t>CMCC   StarBucks</a:t>
            </a:r>
          </a:p>
        </p:txBody>
      </p:sp>
      <p:pic>
        <p:nvPicPr>
          <p:cNvPr id="308" name="Picture 2" descr="Picture 2"/>
          <p:cNvPicPr>
            <a:picLocks noChangeAspect="1"/>
          </p:cNvPicPr>
          <p:nvPr/>
        </p:nvPicPr>
        <p:blipFill>
          <a:blip r:embed="rId2">
            <a:extLst/>
          </a:blip>
          <a:srcRect l="0" t="0" r="34135" b="0"/>
          <a:stretch>
            <a:fillRect/>
          </a:stretch>
        </p:blipFill>
        <p:spPr>
          <a:xfrm>
            <a:off x="1584604" y="2531173"/>
            <a:ext cx="5481214" cy="3576998"/>
          </a:xfrm>
          <a:prstGeom prst="rect">
            <a:avLst/>
          </a:prstGeom>
          <a:ln w="12700">
            <a:miter lim="400000"/>
          </a:ln>
        </p:spPr>
      </p:pic>
      <p:sp>
        <p:nvSpPr>
          <p:cNvPr id="309" name="内容占位符 2"/>
          <p:cNvSpPr txBox="1"/>
          <p:nvPr/>
        </p:nvSpPr>
        <p:spPr>
          <a:xfrm>
            <a:off x="1512278" y="1705504"/>
            <a:ext cx="5274886"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marL="457200" indent="-457200">
              <a:spcBef>
                <a:spcPts val="1000"/>
              </a:spcBef>
              <a:buSzPct val="100000"/>
              <a:buFont typeface="Arial"/>
              <a:buChar char="•"/>
              <a:defRPr sz="2800">
                <a:solidFill>
                  <a:srgbClr val="FFFFFF"/>
                </a:solidFill>
                <a:latin typeface="Microsoft YaHei"/>
                <a:ea typeface="Microsoft YaHei"/>
                <a:cs typeface="Microsoft YaHei"/>
                <a:sym typeface="Microsoft YaHei"/>
              </a:defRPr>
            </a:lvl1pPr>
          </a:lstStyle>
          <a:p>
            <a:pPr/>
            <a:r>
              <a:t>/etc/hostapd/hostapd.conf</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标题 1"/>
          <p:cNvSpPr txBox="1"/>
          <p:nvPr>
            <p:ph type="title"/>
          </p:nvPr>
        </p:nvSpPr>
        <p:spPr>
          <a:prstGeom prst="rect">
            <a:avLst/>
          </a:prstGeom>
        </p:spPr>
        <p:txBody>
          <a:bodyPr/>
          <a:lstStyle>
            <a:lvl1pPr defTabSz="822959">
              <a:defRPr sz="3239"/>
            </a:lvl1pPr>
          </a:lstStyle>
          <a:p>
            <a:pPr/>
            <a:r>
              <a:t>BadUSB</a:t>
            </a:r>
          </a:p>
        </p:txBody>
      </p:sp>
      <p:pic>
        <p:nvPicPr>
          <p:cNvPr id="312" name="Picture 2" descr="Picture 2"/>
          <p:cNvPicPr>
            <a:picLocks noChangeAspect="1"/>
          </p:cNvPicPr>
          <p:nvPr/>
        </p:nvPicPr>
        <p:blipFill>
          <a:blip r:embed="rId2">
            <a:extLst/>
          </a:blip>
          <a:srcRect l="24407" t="0" r="8500" b="0"/>
          <a:stretch>
            <a:fillRect/>
          </a:stretch>
        </p:blipFill>
        <p:spPr>
          <a:xfrm>
            <a:off x="498763" y="1629784"/>
            <a:ext cx="4435749" cy="3588762"/>
          </a:xfrm>
          <a:prstGeom prst="rect">
            <a:avLst/>
          </a:prstGeom>
          <a:ln w="12700">
            <a:miter lim="400000"/>
          </a:ln>
        </p:spPr>
      </p:pic>
      <p:pic>
        <p:nvPicPr>
          <p:cNvPr id="313" name="图片 5" descr="图片 5"/>
          <p:cNvPicPr>
            <a:picLocks noChangeAspect="1"/>
          </p:cNvPicPr>
          <p:nvPr/>
        </p:nvPicPr>
        <p:blipFill>
          <a:blip r:embed="rId3">
            <a:extLst/>
          </a:blip>
          <a:srcRect l="0" t="0" r="13050" b="0"/>
          <a:stretch>
            <a:fillRect/>
          </a:stretch>
        </p:blipFill>
        <p:spPr>
          <a:xfrm>
            <a:off x="5357371" y="1317737"/>
            <a:ext cx="6391284" cy="5211678"/>
          </a:xfrm>
          <a:prstGeom prst="rect">
            <a:avLst/>
          </a:prstGeom>
          <a:ln w="12700">
            <a:miter lim="400000"/>
          </a:ln>
        </p:spPr>
      </p:pic>
      <p:sp>
        <p:nvSpPr>
          <p:cNvPr id="314" name="内容占位符 2"/>
          <p:cNvSpPr txBox="1"/>
          <p:nvPr/>
        </p:nvSpPr>
        <p:spPr>
          <a:xfrm>
            <a:off x="847259" y="5522593"/>
            <a:ext cx="3937639" cy="59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457200" indent="-457200">
              <a:spcBef>
                <a:spcPts val="1000"/>
              </a:spcBef>
              <a:buSzPct val="100000"/>
              <a:buFont typeface="Arial"/>
              <a:buChar char="•"/>
              <a:defRPr sz="2800">
                <a:solidFill>
                  <a:srgbClr val="FFFFFF"/>
                </a:solidFill>
                <a:latin typeface="Microsoft YaHei"/>
                <a:ea typeface="Microsoft YaHei"/>
                <a:cs typeface="Microsoft YaHei"/>
                <a:sym typeface="Microsoft YaHei"/>
              </a:defRPr>
            </a:pPr>
            <a:r>
              <a:t>不要随意使用</a:t>
            </a:r>
            <a:r>
              <a:t>U</a:t>
            </a:r>
            <a:r>
              <a:t>盘</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6" name="标题 1"/>
          <p:cNvSpPr txBox="1"/>
          <p:nvPr>
            <p:ph type="title"/>
          </p:nvPr>
        </p:nvSpPr>
        <p:spPr>
          <a:prstGeom prst="rect">
            <a:avLst/>
          </a:prstGeom>
        </p:spPr>
        <p:txBody>
          <a:bodyPr/>
          <a:lstStyle>
            <a:lvl1pPr defTabSz="704087">
              <a:defRPr sz="2772"/>
            </a:lvl1pPr>
          </a:lstStyle>
          <a:p>
            <a:pPr/>
            <a:r>
              <a:t>安全习惯</a:t>
            </a:r>
          </a:p>
        </p:txBody>
      </p:sp>
      <p:sp>
        <p:nvSpPr>
          <p:cNvPr id="317" name="内容占位符 2"/>
          <p:cNvSpPr txBox="1"/>
          <p:nvPr>
            <p:ph type="body" idx="1"/>
          </p:nvPr>
        </p:nvSpPr>
        <p:spPr>
          <a:xfrm>
            <a:off x="1550986" y="1705504"/>
            <a:ext cx="9557282" cy="4402667"/>
          </a:xfrm>
          <a:prstGeom prst="rect">
            <a:avLst/>
          </a:prstGeom>
        </p:spPr>
        <p:txBody>
          <a:bodyPr/>
          <a:lstStyle/>
          <a:p>
            <a:pPr marL="406908" indent="-406908" defTabSz="813816">
              <a:spcBef>
                <a:spcPts val="800"/>
              </a:spcBef>
              <a:defRPr sz="2492"/>
            </a:pPr>
            <a:r>
              <a:t>总是使用强密码。</a:t>
            </a:r>
          </a:p>
          <a:p>
            <a:pPr marL="406908" indent="-406908" defTabSz="813816">
              <a:spcBef>
                <a:spcPts val="800"/>
              </a:spcBef>
              <a:defRPr sz="2492"/>
            </a:pPr>
            <a:r>
              <a:t>终端上安装防病毒软件，并设置病毒库为自动更新。</a:t>
            </a:r>
          </a:p>
          <a:p>
            <a:pPr marL="406908" indent="-406908" defTabSz="813816">
              <a:spcBef>
                <a:spcPts val="800"/>
              </a:spcBef>
              <a:defRPr sz="2492"/>
            </a:pPr>
            <a:r>
              <a:t>操作系统设置为补丁自动更新。</a:t>
            </a:r>
          </a:p>
          <a:p>
            <a:pPr marL="406908" indent="-406908" defTabSz="813816">
              <a:spcBef>
                <a:spcPts val="800"/>
              </a:spcBef>
              <a:defRPr sz="2492"/>
            </a:pPr>
            <a:r>
              <a:t>不打开不明来源的邮件，或者是不打开附件。</a:t>
            </a:r>
          </a:p>
          <a:p>
            <a:pPr marL="406908" indent="-406908" defTabSz="813816">
              <a:spcBef>
                <a:spcPts val="800"/>
              </a:spcBef>
              <a:defRPr sz="2492"/>
            </a:pPr>
            <a:r>
              <a:t>不浏览可疑的网站，不随意下载软件；</a:t>
            </a:r>
          </a:p>
          <a:p>
            <a:pPr marL="406908" indent="-406908" defTabSz="813816">
              <a:spcBef>
                <a:spcPts val="800"/>
              </a:spcBef>
              <a:defRPr sz="2492"/>
            </a:pPr>
            <a:r>
              <a:t>不在办公电脑上随意安装软件。</a:t>
            </a:r>
          </a:p>
          <a:p>
            <a:pPr marL="406908" indent="-406908" defTabSz="813816">
              <a:spcBef>
                <a:spcPts val="800"/>
              </a:spcBef>
              <a:defRPr sz="2492"/>
            </a:pPr>
            <a:r>
              <a:t>离开工位，立即锁定电脑屏幕；并清理桌面，收起保密的纸质文档。</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9" name="标题 1"/>
          <p:cNvSpPr txBox="1"/>
          <p:nvPr>
            <p:ph type="title"/>
          </p:nvPr>
        </p:nvSpPr>
        <p:spPr>
          <a:prstGeom prst="rect">
            <a:avLst/>
          </a:prstGeom>
        </p:spPr>
        <p:txBody>
          <a:bodyPr/>
          <a:lstStyle>
            <a:lvl1pPr defTabSz="704087">
              <a:defRPr sz="2772"/>
            </a:lvl1pPr>
          </a:lstStyle>
          <a:p>
            <a:pPr/>
            <a:r>
              <a:t>安全习惯</a:t>
            </a:r>
          </a:p>
        </p:txBody>
      </p:sp>
      <p:sp>
        <p:nvSpPr>
          <p:cNvPr id="320" name="内容占位符 2"/>
          <p:cNvSpPr txBox="1"/>
          <p:nvPr>
            <p:ph type="body" idx="1"/>
          </p:nvPr>
        </p:nvSpPr>
        <p:spPr>
          <a:xfrm>
            <a:off x="1550986" y="1705504"/>
            <a:ext cx="9557282" cy="4402667"/>
          </a:xfrm>
          <a:prstGeom prst="rect">
            <a:avLst/>
          </a:prstGeom>
        </p:spPr>
        <p:txBody>
          <a:bodyPr/>
          <a:lstStyle/>
          <a:p>
            <a:pPr/>
            <a:r>
              <a:t>不要在社交媒体上随意发布与工作相关的帖子。不要带出位置信息。</a:t>
            </a:r>
          </a:p>
        </p:txBody>
      </p:sp>
      <p:pic>
        <p:nvPicPr>
          <p:cNvPr id="321" name="图片 3" descr="图片 3"/>
          <p:cNvPicPr>
            <a:picLocks noChangeAspect="1"/>
          </p:cNvPicPr>
          <p:nvPr/>
        </p:nvPicPr>
        <p:blipFill>
          <a:blip r:embed="rId2">
            <a:extLst/>
          </a:blip>
          <a:srcRect l="0" t="0" r="0" b="22319"/>
          <a:stretch>
            <a:fillRect/>
          </a:stretch>
        </p:blipFill>
        <p:spPr>
          <a:xfrm>
            <a:off x="1965468" y="2818389"/>
            <a:ext cx="8702532" cy="3517311"/>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标题 1"/>
          <p:cNvSpPr txBox="1"/>
          <p:nvPr>
            <p:ph type="title"/>
          </p:nvPr>
        </p:nvSpPr>
        <p:spPr>
          <a:prstGeom prst="rect">
            <a:avLst/>
          </a:prstGeom>
        </p:spPr>
        <p:txBody>
          <a:bodyPr/>
          <a:lstStyle>
            <a:lvl1pPr defTabSz="704087">
              <a:defRPr sz="2772"/>
            </a:lvl1pPr>
          </a:lstStyle>
          <a:p>
            <a:pPr/>
            <a:r>
              <a:t>安全习惯</a:t>
            </a:r>
          </a:p>
        </p:txBody>
      </p:sp>
      <p:sp>
        <p:nvSpPr>
          <p:cNvPr id="324" name="内容占位符 2"/>
          <p:cNvSpPr txBox="1"/>
          <p:nvPr>
            <p:ph type="body" idx="1"/>
          </p:nvPr>
        </p:nvSpPr>
        <p:spPr>
          <a:xfrm>
            <a:off x="1550986" y="1705504"/>
            <a:ext cx="9557282" cy="4402667"/>
          </a:xfrm>
          <a:prstGeom prst="rect">
            <a:avLst/>
          </a:prstGeom>
        </p:spPr>
        <p:txBody>
          <a:bodyPr/>
          <a:lstStyle/>
          <a:p>
            <a:pPr/>
            <a:r>
              <a:t>下班收起笔记本电脑并妥善保管。</a:t>
            </a:r>
          </a:p>
          <a:p>
            <a:pPr/>
            <a:r>
              <a:t>打印的保密文档，要立即到打印机处取走。</a:t>
            </a:r>
          </a:p>
          <a:p>
            <a:pPr/>
            <a:r>
              <a:t>开完会，要把会议室的白板擦干净。</a:t>
            </a:r>
          </a:p>
          <a:p>
            <a:pPr/>
            <a:r>
              <a:t>遇到陌生人来电，询问公司信息，或索要员工的联系方式，要保持警惕。</a:t>
            </a:r>
          </a:p>
          <a:p>
            <a:pPr/>
            <a:r>
              <a:t>在公共场合，不谈论涉及公司机密的话题。</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标题 1"/>
          <p:cNvSpPr txBox="1"/>
          <p:nvPr>
            <p:ph type="title"/>
          </p:nvPr>
        </p:nvSpPr>
        <p:spPr>
          <a:xfrm>
            <a:off x="0" y="2223884"/>
            <a:ext cx="12192000" cy="1127047"/>
          </a:xfrm>
          <a:prstGeom prst="rect">
            <a:avLst/>
          </a:prstGeom>
        </p:spPr>
        <p:txBody>
          <a:bodyPr/>
          <a:lstStyle>
            <a:lvl1pPr defTabSz="704087">
              <a:defRPr spc="231" sz="6775"/>
            </a:lvl1pPr>
          </a:lstStyle>
          <a:p>
            <a:pPr/>
            <a:r>
              <a:t>THANKS</a:t>
            </a:r>
          </a:p>
        </p:txBody>
      </p:sp>
      <p:pic>
        <p:nvPicPr>
          <p:cNvPr id="327" name="图片 6" descr="图片 6"/>
          <p:cNvPicPr>
            <a:picLocks noChangeAspect="1"/>
          </p:cNvPicPr>
          <p:nvPr/>
        </p:nvPicPr>
        <p:blipFill>
          <a:blip r:embed="rId2">
            <a:extLst/>
          </a:blip>
          <a:stretch>
            <a:fillRect/>
          </a:stretch>
        </p:blipFill>
        <p:spPr>
          <a:xfrm>
            <a:off x="5405635" y="3350929"/>
            <a:ext cx="1380731" cy="1380731"/>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主题​​">
  <a:themeElements>
    <a:clrScheme name="Office 主题​​">
      <a:dk1>
        <a:srgbClr val="000000"/>
      </a:dk1>
      <a:lt1>
        <a:srgbClr val="252631"/>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Helvetica"/>
        <a:ea typeface="Helvetica"/>
        <a:cs typeface="Helvetica"/>
      </a:majorFont>
      <a:minorFont>
        <a:latin typeface="Cambria"/>
        <a:ea typeface="Cambria"/>
        <a:cs typeface="Cambri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mbr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mbr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主题​​">
  <a:themeElements>
    <a:clrScheme name="Office 主题​​">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Helvetica"/>
        <a:ea typeface="Helvetica"/>
        <a:cs typeface="Helvetica"/>
      </a:majorFont>
      <a:minorFont>
        <a:latin typeface="Cambria"/>
        <a:ea typeface="Cambria"/>
        <a:cs typeface="Cambria"/>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mbr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mbria"/>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